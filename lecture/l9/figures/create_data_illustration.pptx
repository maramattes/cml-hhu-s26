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63" r:id="rId3"/>
    <p:sldId id="265" r:id="rId4"/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957" autoAdjust="0"/>
  </p:normalViewPr>
  <p:slideViewPr>
    <p:cSldViewPr snapToGrid="0">
      <p:cViewPr varScale="1">
        <p:scale>
          <a:sx n="120" d="100"/>
          <a:sy n="120" d="100"/>
        </p:scale>
        <p:origin x="23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2AD95-87FB-5E48-9BBE-86BA027BDF37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8AE44-7DE8-8146-B3A5-24A4D404CA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390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AE44-7DE8-8146-B3A5-24A4D404CA5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8441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AE44-7DE8-8146-B3A5-24A4D404CA5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223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AE44-7DE8-8146-B3A5-24A4D404CA51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8664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8AE44-7DE8-8146-B3A5-24A4D404CA51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3565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2EDA7-AFA4-081A-6058-1570583CD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E89763-F63C-5F77-CA24-0544F0094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A5EB16-CF31-7189-5D22-56E64C58D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027-12B8-4464-8919-C306489A5342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CF443F-0A33-B701-C1C8-F755311F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BB5463-FF25-B416-D4F7-9D5564CF8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64EB9-F620-450D-8046-B184227F40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07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163A7-0202-18D8-4B30-1CDC14118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63C0DA-71BB-1A1D-565B-FA87868FA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5F941E-4872-85E8-DEC0-EC6E95BA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027-12B8-4464-8919-C306489A5342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E5DE30-C941-AD4B-7670-AD7DEF512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987A4E-37BB-6F84-DDFF-5CE0B130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64EB9-F620-450D-8046-B184227F40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02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9617D4-49FF-D886-49DD-313B7FE77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05AC18-6BEF-EEE1-61B8-BCFEFCF6E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33DFA5-8490-E9EB-550F-3A7073B0A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027-12B8-4464-8919-C306489A5342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893C62-3594-1DDA-0CDB-92078840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F561C3-73F7-6FA6-E634-B5A22F4F8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64EB9-F620-450D-8046-B184227F40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30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472E4E-3084-C431-A4B5-A191FBAC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013177-0424-0AF6-6920-A31456787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B3CFBA7-F02B-603F-DD0E-3FFBA318F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60E7C4-11A9-E4D7-4D21-2FC322CF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027-12B8-4464-8919-C306489A5342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9B68A09-4267-1519-CFC1-EF11ECD9A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73B365-9E51-BF9F-614B-B35AD7C95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64EB9-F620-450D-8046-B184227F40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74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F387B6-29B0-B707-5A74-AAE712E5D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0B23BA-8CBF-28EC-25FA-905CCD125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D6DA49-CEE1-3DF2-A97E-0374B017B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9758020-C1D7-0D8B-A5FD-AB5673407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47CEB71-8DE5-3CFC-C3D2-6B3590426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6B1A65E-FD7A-9BE4-15D0-4129BCEBB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027-12B8-4464-8919-C306489A5342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CEF3C70-D6A4-BD88-FCA3-F8BC64EE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4DEE4E8-8B40-FAA8-4A60-285F4ECB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64EB9-F620-450D-8046-B184227F40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80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A185A-9A4C-516E-B593-8E5F1502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70B57A-FEF9-C005-4033-94FD23993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027-12B8-4464-8919-C306489A5342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B2DBB3-BFD6-1700-23AB-B3107A092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104256-F980-B888-F2F3-A4EF449A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64EB9-F620-450D-8046-B184227F40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75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01DA57-A1D5-6676-30F3-6E255E78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027-12B8-4464-8919-C306489A5342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563F47-2429-CB0D-D597-32BE09F9C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5A48D4-4866-97D6-062B-787234B5A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64EB9-F620-450D-8046-B184227F40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36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907941-E686-08FD-89BC-7E6B21883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0BD173-C202-59F7-E804-3BE5235F9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E7BC12C-862C-3C8E-20E6-7904FB044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F3EB99-FAED-AC70-08A1-7B656A820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027-12B8-4464-8919-C306489A5342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27DEF0-7F6A-47CC-E302-6380F468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90A5F5-B82E-45E9-54AE-D8418589D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64EB9-F620-450D-8046-B184227F40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2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07C9B-A804-7281-85C8-5961ACA2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AFAB689-E542-DDA8-2308-7A58944C5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A701E5-4253-3E21-4E7C-D335D7EAC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155F1C-E658-B15D-812D-B68009E5C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027-12B8-4464-8919-C306489A5342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1C48B8-CDB8-1D52-F22A-AE246619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6F82E9-75A1-F47B-6464-A182E9EC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64EB9-F620-450D-8046-B184227F40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58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A57A78-5A89-4F7D-01B3-45E4ADF4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C45160-E353-14A7-54A6-39905B7E5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D5C6C0-4335-F1BB-48A4-F9458BAC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027-12B8-4464-8919-C306489A5342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6E8FD3-2D56-12EB-831A-1FE3640C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98F4CF-A3AA-9A87-9BB0-9DA2C96D8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64EB9-F620-450D-8046-B184227F40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5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AC97768-E5F1-4162-8561-67AB50E81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CC42F16-6C1E-FA66-20D7-572128E42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78431-063F-D9C8-DF58-3CD22626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027-12B8-4464-8919-C306489A5342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5C186B-BB5E-8254-2150-15CDE4340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B54C1E-7065-B459-2743-F27CDAFE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64EB9-F620-450D-8046-B184227F40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43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F585643-AF04-F651-8AFA-B791820E6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2AD886-518C-3BDD-9FA3-3F0E49B70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6A2EF2-FCCC-2F67-37AF-C3B0F75DE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41027-12B8-4464-8919-C306489A5342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6C7F51-6A58-7C3D-E759-301376570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2C5AF0-12BA-E798-9D16-79911169C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64EB9-F620-450D-8046-B184227F40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0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21" Type="http://schemas.openxmlformats.org/officeDocument/2006/relationships/image" Target="../media/image29.png"/><Relationship Id="rId34" Type="http://schemas.openxmlformats.org/officeDocument/2006/relationships/image" Target="../media/image4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38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37" Type="http://schemas.openxmlformats.org/officeDocument/2006/relationships/image" Target="../media/image45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36" Type="http://schemas.openxmlformats.org/officeDocument/2006/relationships/image" Target="../media/image44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3.png"/><Relationship Id="rId8" Type="http://schemas.openxmlformats.org/officeDocument/2006/relationships/image" Target="../media/image16.png"/><Relationship Id="rId3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.png"/><Relationship Id="rId18" Type="http://schemas.openxmlformats.org/officeDocument/2006/relationships/image" Target="../media/image26.png"/><Relationship Id="rId26" Type="http://schemas.openxmlformats.org/officeDocument/2006/relationships/image" Target="../media/image36.png"/><Relationship Id="rId21" Type="http://schemas.openxmlformats.org/officeDocument/2006/relationships/image" Target="../media/image55.png"/><Relationship Id="rId34" Type="http://schemas.openxmlformats.org/officeDocument/2006/relationships/image" Target="../media/image61.png"/><Relationship Id="rId7" Type="http://schemas.openxmlformats.org/officeDocument/2006/relationships/image" Target="../media/image15.png"/><Relationship Id="rId12" Type="http://schemas.openxmlformats.org/officeDocument/2006/relationships/image" Target="../media/image51.png"/><Relationship Id="rId17" Type="http://schemas.openxmlformats.org/officeDocument/2006/relationships/image" Target="../media/image25.png"/><Relationship Id="rId25" Type="http://schemas.openxmlformats.org/officeDocument/2006/relationships/image" Target="../media/image57.png"/><Relationship Id="rId33" Type="http://schemas.openxmlformats.org/officeDocument/2006/relationships/image" Target="../media/image60.png"/><Relationship Id="rId38" Type="http://schemas.openxmlformats.org/officeDocument/2006/relationships/image" Target="../media/image6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png"/><Relationship Id="rId20" Type="http://schemas.openxmlformats.org/officeDocument/2006/relationships/image" Target="../media/image54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50.png"/><Relationship Id="rId24" Type="http://schemas.openxmlformats.org/officeDocument/2006/relationships/image" Target="../media/image34.png"/><Relationship Id="rId32" Type="http://schemas.openxmlformats.org/officeDocument/2006/relationships/image" Target="../media/image59.png"/><Relationship Id="rId37" Type="http://schemas.openxmlformats.org/officeDocument/2006/relationships/image" Target="../media/image63.png"/><Relationship Id="rId5" Type="http://schemas.openxmlformats.org/officeDocument/2006/relationships/image" Target="../media/image13.png"/><Relationship Id="rId15" Type="http://schemas.openxmlformats.org/officeDocument/2006/relationships/image" Target="../media/image53.png"/><Relationship Id="rId23" Type="http://schemas.openxmlformats.org/officeDocument/2006/relationships/image" Target="../media/image56.png"/><Relationship Id="rId28" Type="http://schemas.openxmlformats.org/officeDocument/2006/relationships/image" Target="../media/image38.png"/><Relationship Id="rId36" Type="http://schemas.openxmlformats.org/officeDocument/2006/relationships/image" Target="../media/image62.png"/><Relationship Id="rId10" Type="http://schemas.openxmlformats.org/officeDocument/2006/relationships/image" Target="../media/image49.png"/><Relationship Id="rId19" Type="http://schemas.openxmlformats.org/officeDocument/2006/relationships/image" Target="../media/image27.png"/><Relationship Id="rId31" Type="http://schemas.openxmlformats.org/officeDocument/2006/relationships/image" Target="../media/image58.png"/><Relationship Id="rId4" Type="http://schemas.openxmlformats.org/officeDocument/2006/relationships/image" Target="../media/image12.png"/><Relationship Id="rId9" Type="http://schemas.openxmlformats.org/officeDocument/2006/relationships/image" Target="../media/image48.png"/><Relationship Id="rId14" Type="http://schemas.openxmlformats.org/officeDocument/2006/relationships/image" Target="../media/image22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30" Type="http://schemas.openxmlformats.org/officeDocument/2006/relationships/image" Target="../media/image40.png"/><Relationship Id="rId35" Type="http://schemas.openxmlformats.org/officeDocument/2006/relationships/image" Target="../media/image46.png"/><Relationship Id="rId8" Type="http://schemas.openxmlformats.org/officeDocument/2006/relationships/image" Target="../media/image47.png"/><Relationship Id="rId3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15.png"/><Relationship Id="rId18" Type="http://schemas.openxmlformats.org/officeDocument/2006/relationships/image" Target="../media/image91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8.png"/><Relationship Id="rId10" Type="http://schemas.openxmlformats.org/officeDocument/2006/relationships/image" Target="../media/image84.png"/><Relationship Id="rId19" Type="http://schemas.openxmlformats.org/officeDocument/2006/relationships/image" Target="../media/image92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BG-Block">
            <a:extLst>
              <a:ext uri="{FF2B5EF4-FFF2-40B4-BE49-F238E27FC236}">
                <a16:creationId xmlns:a16="http://schemas.microsoft.com/office/drawing/2014/main" id="{D01104F3-AADA-7004-5E1F-7A3C3E276712}"/>
              </a:ext>
            </a:extLst>
          </p:cNvPr>
          <p:cNvSpPr/>
          <p:nvPr/>
        </p:nvSpPr>
        <p:spPr>
          <a:xfrm rot="5400000">
            <a:off x="8963864" y="4168701"/>
            <a:ext cx="3267307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68" name="BG-Block">
            <a:extLst>
              <a:ext uri="{FF2B5EF4-FFF2-40B4-BE49-F238E27FC236}">
                <a16:creationId xmlns:a16="http://schemas.microsoft.com/office/drawing/2014/main" id="{4E2D4572-73B5-2820-ED69-16E44FBD85EE}"/>
              </a:ext>
            </a:extLst>
          </p:cNvPr>
          <p:cNvSpPr/>
          <p:nvPr/>
        </p:nvSpPr>
        <p:spPr>
          <a:xfrm rot="5400000">
            <a:off x="7966266" y="4168701"/>
            <a:ext cx="3267308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67" name="BG-Block">
            <a:extLst>
              <a:ext uri="{FF2B5EF4-FFF2-40B4-BE49-F238E27FC236}">
                <a16:creationId xmlns:a16="http://schemas.microsoft.com/office/drawing/2014/main" id="{2EA2CF02-CF2A-18C8-AEAC-F1CDCC4D2E61}"/>
              </a:ext>
            </a:extLst>
          </p:cNvPr>
          <p:cNvSpPr/>
          <p:nvPr/>
        </p:nvSpPr>
        <p:spPr>
          <a:xfrm rot="5400000">
            <a:off x="6973746" y="4168700"/>
            <a:ext cx="3267308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66" name="BG-Block">
            <a:extLst>
              <a:ext uri="{FF2B5EF4-FFF2-40B4-BE49-F238E27FC236}">
                <a16:creationId xmlns:a16="http://schemas.microsoft.com/office/drawing/2014/main" id="{0E797549-4542-9DB8-1236-60FEE5F90616}"/>
              </a:ext>
            </a:extLst>
          </p:cNvPr>
          <p:cNvSpPr/>
          <p:nvPr/>
        </p:nvSpPr>
        <p:spPr>
          <a:xfrm rot="5400000">
            <a:off x="5057799" y="4168700"/>
            <a:ext cx="3267308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65" name="BG-Block">
            <a:extLst>
              <a:ext uri="{FF2B5EF4-FFF2-40B4-BE49-F238E27FC236}">
                <a16:creationId xmlns:a16="http://schemas.microsoft.com/office/drawing/2014/main" id="{B10B0870-15A7-C4CD-B2FE-DDDCD5F11675}"/>
              </a:ext>
            </a:extLst>
          </p:cNvPr>
          <p:cNvSpPr/>
          <p:nvPr/>
        </p:nvSpPr>
        <p:spPr>
          <a:xfrm rot="5400000">
            <a:off x="647944" y="3657170"/>
            <a:ext cx="3267308" cy="1885418"/>
          </a:xfrm>
          <a:prstGeom prst="roundRect">
            <a:avLst>
              <a:gd name="adj" fmla="val 10987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64" name="BG-Block">
            <a:extLst>
              <a:ext uri="{FF2B5EF4-FFF2-40B4-BE49-F238E27FC236}">
                <a16:creationId xmlns:a16="http://schemas.microsoft.com/office/drawing/2014/main" id="{6D833E19-E7E2-42C5-66E3-565C7056D3FF}"/>
              </a:ext>
            </a:extLst>
          </p:cNvPr>
          <p:cNvSpPr/>
          <p:nvPr/>
        </p:nvSpPr>
        <p:spPr>
          <a:xfrm rot="5400000">
            <a:off x="2156047" y="4168700"/>
            <a:ext cx="3267310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63" name="BG-Block">
            <a:extLst>
              <a:ext uri="{FF2B5EF4-FFF2-40B4-BE49-F238E27FC236}">
                <a16:creationId xmlns:a16="http://schemas.microsoft.com/office/drawing/2014/main" id="{EB3E7FEA-13AC-B7E1-EFA9-53B286B56EA0}"/>
              </a:ext>
            </a:extLst>
          </p:cNvPr>
          <p:cNvSpPr/>
          <p:nvPr/>
        </p:nvSpPr>
        <p:spPr>
          <a:xfrm rot="5400000">
            <a:off x="3153502" y="4168701"/>
            <a:ext cx="3267308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AB63888-7C35-ABF6-BB93-CA4741D2E861}"/>
              </a:ext>
            </a:extLst>
          </p:cNvPr>
          <p:cNvGrpSpPr/>
          <p:nvPr/>
        </p:nvGrpSpPr>
        <p:grpSpPr>
          <a:xfrm>
            <a:off x="2420258" y="3692429"/>
            <a:ext cx="8550512" cy="2441417"/>
            <a:chOff x="2420258" y="3692429"/>
            <a:chExt cx="8550512" cy="2441417"/>
          </a:xfrm>
        </p:grpSpPr>
        <p:sp>
          <p:nvSpPr>
            <p:cNvPr id="8" name="Data entry 8">
              <a:extLst>
                <a:ext uri="{FF2B5EF4-FFF2-40B4-BE49-F238E27FC236}">
                  <a16:creationId xmlns:a16="http://schemas.microsoft.com/office/drawing/2014/main" id="{DC1FE70A-9569-6F09-D569-0843EF1AA266}"/>
                </a:ext>
              </a:extLst>
            </p:cNvPr>
            <p:cNvSpPr/>
            <p:nvPr/>
          </p:nvSpPr>
          <p:spPr>
            <a:xfrm>
              <a:off x="4416595" y="5419020"/>
              <a:ext cx="741495" cy="702403"/>
            </a:xfrm>
            <a:prstGeom prst="roundRect">
              <a:avLst>
                <a:gd name="adj" fmla="val 16516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9" name="Data entry 7">
              <a:extLst>
                <a:ext uri="{FF2B5EF4-FFF2-40B4-BE49-F238E27FC236}">
                  <a16:creationId xmlns:a16="http://schemas.microsoft.com/office/drawing/2014/main" id="{34E1C49C-4C19-2DB5-EAA1-07C87159B880}"/>
                </a:ext>
              </a:extLst>
            </p:cNvPr>
            <p:cNvSpPr/>
            <p:nvPr/>
          </p:nvSpPr>
          <p:spPr>
            <a:xfrm>
              <a:off x="4416595" y="4555724"/>
              <a:ext cx="741495" cy="702403"/>
            </a:xfrm>
            <a:prstGeom prst="roundRect">
              <a:avLst>
                <a:gd name="adj" fmla="val 17576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10" name="Data entry 6">
              <a:extLst>
                <a:ext uri="{FF2B5EF4-FFF2-40B4-BE49-F238E27FC236}">
                  <a16:creationId xmlns:a16="http://schemas.microsoft.com/office/drawing/2014/main" id="{C54AF287-6D0D-81D5-A205-1FE700A66BE9}"/>
                </a:ext>
              </a:extLst>
            </p:cNvPr>
            <p:cNvSpPr/>
            <p:nvPr/>
          </p:nvSpPr>
          <p:spPr>
            <a:xfrm>
              <a:off x="4416595" y="3692429"/>
              <a:ext cx="741495" cy="702403"/>
            </a:xfrm>
            <a:prstGeom prst="roundRect">
              <a:avLst>
                <a:gd name="adj" fmla="val 18636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11" name="Data entry 8">
              <a:extLst>
                <a:ext uri="{FF2B5EF4-FFF2-40B4-BE49-F238E27FC236}">
                  <a16:creationId xmlns:a16="http://schemas.microsoft.com/office/drawing/2014/main" id="{139A4E76-32A0-FB9A-AA34-53AB9C1D9B5F}"/>
                </a:ext>
              </a:extLst>
            </p:cNvPr>
            <p:cNvSpPr/>
            <p:nvPr/>
          </p:nvSpPr>
          <p:spPr>
            <a:xfrm>
              <a:off x="3421955" y="5430353"/>
              <a:ext cx="741495" cy="702403"/>
            </a:xfrm>
            <a:prstGeom prst="roundRect">
              <a:avLst>
                <a:gd name="adj" fmla="val 16516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12" name="Data entry 7">
              <a:extLst>
                <a:ext uri="{FF2B5EF4-FFF2-40B4-BE49-F238E27FC236}">
                  <a16:creationId xmlns:a16="http://schemas.microsoft.com/office/drawing/2014/main" id="{089FCE37-924D-E319-D37A-605440F06E29}"/>
                </a:ext>
              </a:extLst>
            </p:cNvPr>
            <p:cNvSpPr/>
            <p:nvPr/>
          </p:nvSpPr>
          <p:spPr>
            <a:xfrm>
              <a:off x="3421955" y="4567059"/>
              <a:ext cx="741495" cy="702403"/>
            </a:xfrm>
            <a:prstGeom prst="roundRect">
              <a:avLst>
                <a:gd name="adj" fmla="val 17576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13" name="Data entry 6">
              <a:extLst>
                <a:ext uri="{FF2B5EF4-FFF2-40B4-BE49-F238E27FC236}">
                  <a16:creationId xmlns:a16="http://schemas.microsoft.com/office/drawing/2014/main" id="{E1B1B73D-65F5-D8AF-DD1B-34FC100BC794}"/>
                </a:ext>
              </a:extLst>
            </p:cNvPr>
            <p:cNvSpPr/>
            <p:nvPr/>
          </p:nvSpPr>
          <p:spPr>
            <a:xfrm>
              <a:off x="3421955" y="3703764"/>
              <a:ext cx="741495" cy="702403"/>
            </a:xfrm>
            <a:prstGeom prst="roundRect">
              <a:avLst>
                <a:gd name="adj" fmla="val 18636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14" name="Data entry 3">
              <a:extLst>
                <a:ext uri="{FF2B5EF4-FFF2-40B4-BE49-F238E27FC236}">
                  <a16:creationId xmlns:a16="http://schemas.microsoft.com/office/drawing/2014/main" id="{D2447CFB-B094-41E7-477B-6C3C7B506128}"/>
                </a:ext>
              </a:extLst>
            </p:cNvPr>
            <p:cNvSpPr/>
            <p:nvPr/>
          </p:nvSpPr>
          <p:spPr>
            <a:xfrm>
              <a:off x="2423970" y="5426334"/>
              <a:ext cx="745738" cy="706422"/>
            </a:xfrm>
            <a:prstGeom prst="roundRect">
              <a:avLst>
                <a:gd name="adj" fmla="val 16516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15" name="Data entry 2">
              <a:extLst>
                <a:ext uri="{FF2B5EF4-FFF2-40B4-BE49-F238E27FC236}">
                  <a16:creationId xmlns:a16="http://schemas.microsoft.com/office/drawing/2014/main" id="{0684B059-177B-302D-B345-FAC89BF17523}"/>
                </a:ext>
              </a:extLst>
            </p:cNvPr>
            <p:cNvSpPr/>
            <p:nvPr/>
          </p:nvSpPr>
          <p:spPr>
            <a:xfrm>
              <a:off x="2420258" y="4565480"/>
              <a:ext cx="745738" cy="706422"/>
            </a:xfrm>
            <a:prstGeom prst="roundRect">
              <a:avLst>
                <a:gd name="adj" fmla="val 17576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16" name="Data entry 1">
              <a:extLst>
                <a:ext uri="{FF2B5EF4-FFF2-40B4-BE49-F238E27FC236}">
                  <a16:creationId xmlns:a16="http://schemas.microsoft.com/office/drawing/2014/main" id="{0297F481-E633-1B00-ACC1-5EE3E6CFB64D}"/>
                </a:ext>
              </a:extLst>
            </p:cNvPr>
            <p:cNvSpPr/>
            <p:nvPr/>
          </p:nvSpPr>
          <p:spPr>
            <a:xfrm>
              <a:off x="2423970" y="3704626"/>
              <a:ext cx="745738" cy="706422"/>
            </a:xfrm>
            <a:prstGeom prst="roundRect">
              <a:avLst>
                <a:gd name="adj" fmla="val 18636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7D9F92F8-48C7-962B-872A-7F04267E2A0F}"/>
                </a:ext>
              </a:extLst>
            </p:cNvPr>
            <p:cNvGrpSpPr/>
            <p:nvPr/>
          </p:nvGrpSpPr>
          <p:grpSpPr>
            <a:xfrm>
              <a:off x="5413684" y="3964219"/>
              <a:ext cx="654063" cy="147310"/>
              <a:chOff x="4410075" y="3700790"/>
              <a:chExt cx="654063" cy="14731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3A637AD-A4C3-67DE-DDE4-AF9922C955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10075" y="3705225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B227EC7-8A64-93C2-AB51-C30A4E3D27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65669" y="3705225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6E7D4B7-A668-D8CD-6AB5-A74DE648C0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1263" y="3700790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BECC03A1-928B-4442-2F9B-0676DC1EF4CD}"/>
                </a:ext>
              </a:extLst>
            </p:cNvPr>
            <p:cNvGrpSpPr/>
            <p:nvPr/>
          </p:nvGrpSpPr>
          <p:grpSpPr>
            <a:xfrm>
              <a:off x="5413684" y="4832841"/>
              <a:ext cx="654063" cy="147310"/>
              <a:chOff x="4410075" y="3700790"/>
              <a:chExt cx="654063" cy="147310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20CED61-3CBC-EC38-A464-8742811C5A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10075" y="3705225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D1C91127-74B0-08FC-1BF1-EA3A7D4D21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65669" y="3705225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BB16685-9F97-DC7D-7915-9AEDD79164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1263" y="3700790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9970D33B-7871-9694-D86C-0AD511CE71A2}"/>
                </a:ext>
              </a:extLst>
            </p:cNvPr>
            <p:cNvGrpSpPr/>
            <p:nvPr/>
          </p:nvGrpSpPr>
          <p:grpSpPr>
            <a:xfrm>
              <a:off x="5413684" y="5693695"/>
              <a:ext cx="654063" cy="147310"/>
              <a:chOff x="4410075" y="3700790"/>
              <a:chExt cx="654063" cy="14731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4D068AC-307F-7C7E-E336-FA1D366320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10075" y="3705225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7F098C8-2786-E7F8-D257-4B7743CB55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65669" y="3705225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3163087-5901-517E-9DE5-A4519A80B4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1263" y="3700790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35" name="Data entry 3">
              <a:extLst>
                <a:ext uri="{FF2B5EF4-FFF2-40B4-BE49-F238E27FC236}">
                  <a16:creationId xmlns:a16="http://schemas.microsoft.com/office/drawing/2014/main" id="{CE45BA7D-FBB4-06B9-D376-8753DF31A6F5}"/>
                </a:ext>
              </a:extLst>
            </p:cNvPr>
            <p:cNvSpPr/>
            <p:nvPr/>
          </p:nvSpPr>
          <p:spPr>
            <a:xfrm>
              <a:off x="6323341" y="5426334"/>
              <a:ext cx="745738" cy="706422"/>
            </a:xfrm>
            <a:prstGeom prst="roundRect">
              <a:avLst>
                <a:gd name="adj" fmla="val 16516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36" name="Data entry 2">
              <a:extLst>
                <a:ext uri="{FF2B5EF4-FFF2-40B4-BE49-F238E27FC236}">
                  <a16:creationId xmlns:a16="http://schemas.microsoft.com/office/drawing/2014/main" id="{C44EB70C-5FEC-12CE-9501-9FC50597BB37}"/>
                </a:ext>
              </a:extLst>
            </p:cNvPr>
            <p:cNvSpPr/>
            <p:nvPr/>
          </p:nvSpPr>
          <p:spPr>
            <a:xfrm>
              <a:off x="6319629" y="4565480"/>
              <a:ext cx="745738" cy="706422"/>
            </a:xfrm>
            <a:prstGeom prst="roundRect">
              <a:avLst>
                <a:gd name="adj" fmla="val 17576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37" name="Data entry 1">
              <a:extLst>
                <a:ext uri="{FF2B5EF4-FFF2-40B4-BE49-F238E27FC236}">
                  <a16:creationId xmlns:a16="http://schemas.microsoft.com/office/drawing/2014/main" id="{34EFD945-C7F2-3EEA-51A6-3BF880EBB859}"/>
                </a:ext>
              </a:extLst>
            </p:cNvPr>
            <p:cNvSpPr/>
            <p:nvPr/>
          </p:nvSpPr>
          <p:spPr>
            <a:xfrm>
              <a:off x="6323341" y="3704626"/>
              <a:ext cx="745738" cy="706422"/>
            </a:xfrm>
            <a:prstGeom prst="roundRect">
              <a:avLst>
                <a:gd name="adj" fmla="val 18636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2B7B0138-406C-3BBD-3076-FC7D034ADC1A}"/>
                </a:ext>
              </a:extLst>
            </p:cNvPr>
            <p:cNvGrpSpPr/>
            <p:nvPr/>
          </p:nvGrpSpPr>
          <p:grpSpPr>
            <a:xfrm>
              <a:off x="7317249" y="3964219"/>
              <a:ext cx="654063" cy="147310"/>
              <a:chOff x="4410075" y="3700790"/>
              <a:chExt cx="654063" cy="14731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ACB3B51B-3476-49F7-C52E-085377AF5C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10075" y="3705225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84BB43F-7751-368A-9E8C-64E1F525D39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65669" y="3705225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6EFB03-D495-E29E-B2D3-1C5EE84407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1263" y="3700790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4F0B3B2C-EEF9-846D-330B-933D0ACEDE05}"/>
                </a:ext>
              </a:extLst>
            </p:cNvPr>
            <p:cNvGrpSpPr/>
            <p:nvPr/>
          </p:nvGrpSpPr>
          <p:grpSpPr>
            <a:xfrm>
              <a:off x="7317249" y="4832841"/>
              <a:ext cx="654063" cy="147310"/>
              <a:chOff x="4410075" y="3700790"/>
              <a:chExt cx="654063" cy="147310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8FEF50A-D99F-6408-3CFB-500692DF9A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10075" y="3705225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8266EF5-D9FD-8B5D-CD88-5A45BE79AD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65669" y="3705225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4332B3D-3953-F75E-1A7F-7C3C8C303A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1263" y="3700790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08471C2E-349B-8533-B29E-7F2315ADF5B3}"/>
                </a:ext>
              </a:extLst>
            </p:cNvPr>
            <p:cNvGrpSpPr/>
            <p:nvPr/>
          </p:nvGrpSpPr>
          <p:grpSpPr>
            <a:xfrm>
              <a:off x="7317249" y="5693695"/>
              <a:ext cx="654063" cy="147310"/>
              <a:chOff x="4410075" y="3700790"/>
              <a:chExt cx="654063" cy="147310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C41CFD0C-1147-D94D-8047-3F693462B9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10075" y="3705225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B4D52CB-EA17-282F-01A4-25DCE4B2F9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65669" y="3705225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ACD6F71-E45A-2679-FFA9-693E43EA33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1263" y="3700790"/>
                <a:ext cx="142875" cy="1428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0" name="Data entry 3">
              <a:extLst>
                <a:ext uri="{FF2B5EF4-FFF2-40B4-BE49-F238E27FC236}">
                  <a16:creationId xmlns:a16="http://schemas.microsoft.com/office/drawing/2014/main" id="{944B3429-FF68-2552-90A7-C787D308A5A3}"/>
                </a:ext>
              </a:extLst>
            </p:cNvPr>
            <p:cNvSpPr/>
            <p:nvPr/>
          </p:nvSpPr>
          <p:spPr>
            <a:xfrm>
              <a:off x="8231881" y="5427424"/>
              <a:ext cx="745738" cy="706422"/>
            </a:xfrm>
            <a:prstGeom prst="roundRect">
              <a:avLst>
                <a:gd name="adj" fmla="val 16516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51" name="Data entry 2">
              <a:extLst>
                <a:ext uri="{FF2B5EF4-FFF2-40B4-BE49-F238E27FC236}">
                  <a16:creationId xmlns:a16="http://schemas.microsoft.com/office/drawing/2014/main" id="{0BB28BA6-0244-A6EE-8623-FC27B1FCC351}"/>
                </a:ext>
              </a:extLst>
            </p:cNvPr>
            <p:cNvSpPr/>
            <p:nvPr/>
          </p:nvSpPr>
          <p:spPr>
            <a:xfrm>
              <a:off x="8228169" y="4566570"/>
              <a:ext cx="745738" cy="706422"/>
            </a:xfrm>
            <a:prstGeom prst="roundRect">
              <a:avLst>
                <a:gd name="adj" fmla="val 17576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52" name="Data entry 1">
              <a:extLst>
                <a:ext uri="{FF2B5EF4-FFF2-40B4-BE49-F238E27FC236}">
                  <a16:creationId xmlns:a16="http://schemas.microsoft.com/office/drawing/2014/main" id="{93AF6E38-6D40-74D1-8C1E-2C5343C6EC0D}"/>
                </a:ext>
              </a:extLst>
            </p:cNvPr>
            <p:cNvSpPr/>
            <p:nvPr/>
          </p:nvSpPr>
          <p:spPr>
            <a:xfrm>
              <a:off x="8231881" y="3705716"/>
              <a:ext cx="745738" cy="706422"/>
            </a:xfrm>
            <a:prstGeom prst="roundRect">
              <a:avLst>
                <a:gd name="adj" fmla="val 18636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53" name="Data entry 3">
              <a:extLst>
                <a:ext uri="{FF2B5EF4-FFF2-40B4-BE49-F238E27FC236}">
                  <a16:creationId xmlns:a16="http://schemas.microsoft.com/office/drawing/2014/main" id="{A05FCEDC-2BFA-D580-9988-803574456929}"/>
                </a:ext>
              </a:extLst>
            </p:cNvPr>
            <p:cNvSpPr/>
            <p:nvPr/>
          </p:nvSpPr>
          <p:spPr>
            <a:xfrm>
              <a:off x="9230764" y="5414137"/>
              <a:ext cx="745738" cy="706422"/>
            </a:xfrm>
            <a:prstGeom prst="roundRect">
              <a:avLst>
                <a:gd name="adj" fmla="val 16516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54" name="Data entry 2">
              <a:extLst>
                <a:ext uri="{FF2B5EF4-FFF2-40B4-BE49-F238E27FC236}">
                  <a16:creationId xmlns:a16="http://schemas.microsoft.com/office/drawing/2014/main" id="{18BEB0D9-81EF-6C09-EFCE-4BE6BBA6921A}"/>
                </a:ext>
              </a:extLst>
            </p:cNvPr>
            <p:cNvSpPr/>
            <p:nvPr/>
          </p:nvSpPr>
          <p:spPr>
            <a:xfrm>
              <a:off x="9227052" y="4553283"/>
              <a:ext cx="745738" cy="706422"/>
            </a:xfrm>
            <a:prstGeom prst="roundRect">
              <a:avLst>
                <a:gd name="adj" fmla="val 17576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55" name="Data entry 1">
              <a:extLst>
                <a:ext uri="{FF2B5EF4-FFF2-40B4-BE49-F238E27FC236}">
                  <a16:creationId xmlns:a16="http://schemas.microsoft.com/office/drawing/2014/main" id="{10CDB283-CABF-77BF-2891-92A392C3828F}"/>
                </a:ext>
              </a:extLst>
            </p:cNvPr>
            <p:cNvSpPr/>
            <p:nvPr/>
          </p:nvSpPr>
          <p:spPr>
            <a:xfrm>
              <a:off x="9230764" y="3692429"/>
              <a:ext cx="745738" cy="706422"/>
            </a:xfrm>
            <a:prstGeom prst="roundRect">
              <a:avLst>
                <a:gd name="adj" fmla="val 18636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56" name="Data entry 3">
              <a:extLst>
                <a:ext uri="{FF2B5EF4-FFF2-40B4-BE49-F238E27FC236}">
                  <a16:creationId xmlns:a16="http://schemas.microsoft.com/office/drawing/2014/main" id="{254EEACE-1BF8-5845-FC91-DE62A0B99B63}"/>
                </a:ext>
              </a:extLst>
            </p:cNvPr>
            <p:cNvSpPr/>
            <p:nvPr/>
          </p:nvSpPr>
          <p:spPr>
            <a:xfrm>
              <a:off x="10225032" y="5414137"/>
              <a:ext cx="745738" cy="706422"/>
            </a:xfrm>
            <a:prstGeom prst="roundRect">
              <a:avLst>
                <a:gd name="adj" fmla="val 16516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57" name="Data entry 2">
              <a:extLst>
                <a:ext uri="{FF2B5EF4-FFF2-40B4-BE49-F238E27FC236}">
                  <a16:creationId xmlns:a16="http://schemas.microsoft.com/office/drawing/2014/main" id="{DA6FA7D7-8A2B-5107-5F1F-768C4EF74D56}"/>
                </a:ext>
              </a:extLst>
            </p:cNvPr>
            <p:cNvSpPr/>
            <p:nvPr/>
          </p:nvSpPr>
          <p:spPr>
            <a:xfrm>
              <a:off x="10221320" y="4553283"/>
              <a:ext cx="745738" cy="706422"/>
            </a:xfrm>
            <a:prstGeom prst="roundRect">
              <a:avLst>
                <a:gd name="adj" fmla="val 17576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  <p:sp>
          <p:nvSpPr>
            <p:cNvPr id="58" name="Data entry 1">
              <a:extLst>
                <a:ext uri="{FF2B5EF4-FFF2-40B4-BE49-F238E27FC236}">
                  <a16:creationId xmlns:a16="http://schemas.microsoft.com/office/drawing/2014/main" id="{D944DE42-B316-2B63-44AA-8768DAEA4A83}"/>
                </a:ext>
              </a:extLst>
            </p:cNvPr>
            <p:cNvSpPr/>
            <p:nvPr/>
          </p:nvSpPr>
          <p:spPr>
            <a:xfrm>
              <a:off x="10225032" y="3692429"/>
              <a:ext cx="745738" cy="706422"/>
            </a:xfrm>
            <a:prstGeom prst="roundRect">
              <a:avLst>
                <a:gd name="adj" fmla="val 18636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0" dist="38100" dir="5400000" algn="t" rotWithShape="0">
                <a:srgbClr val="3A4D78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ln w="0">
                  <a:noFill/>
                </a:ln>
                <a:solidFill>
                  <a:srgbClr val="7692C0"/>
                </a:solidFill>
                <a:latin typeface="Daytona Condensed" panose="020B0506030503040204" pitchFamily="34" charset="0"/>
                <a:cs typeface="Mangal" panose="020B05020402040202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feld fold1">
                <a:extLst>
                  <a:ext uri="{FF2B5EF4-FFF2-40B4-BE49-F238E27FC236}">
                    <a16:creationId xmlns:a16="http://schemas.microsoft.com/office/drawing/2014/main" id="{0DFB422A-1F97-D2A2-019B-0F2259E9BEF8}"/>
                  </a:ext>
                </a:extLst>
              </p:cNvPr>
              <p:cNvSpPr txBox="1"/>
              <p:nvPr/>
            </p:nvSpPr>
            <p:spPr>
              <a:xfrm>
                <a:off x="2558486" y="3200834"/>
                <a:ext cx="4828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28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70" name="Textfeld fold1">
                <a:extLst>
                  <a:ext uri="{FF2B5EF4-FFF2-40B4-BE49-F238E27FC236}">
                    <a16:creationId xmlns:a16="http://schemas.microsoft.com/office/drawing/2014/main" id="{0DFB422A-1F97-D2A2-019B-0F2259E9B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486" y="3200834"/>
                <a:ext cx="48282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feld fold1">
                <a:extLst>
                  <a:ext uri="{FF2B5EF4-FFF2-40B4-BE49-F238E27FC236}">
                    <a16:creationId xmlns:a16="http://schemas.microsoft.com/office/drawing/2014/main" id="{417E8E04-8959-A363-E5E0-9F2889CFEA8E}"/>
                  </a:ext>
                </a:extLst>
              </p:cNvPr>
              <p:cNvSpPr txBox="1"/>
              <p:nvPr/>
            </p:nvSpPr>
            <p:spPr>
              <a:xfrm>
                <a:off x="1598303" y="3200834"/>
                <a:ext cx="4010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8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73" name="Textfeld fold1">
                <a:extLst>
                  <a:ext uri="{FF2B5EF4-FFF2-40B4-BE49-F238E27FC236}">
                    <a16:creationId xmlns:a16="http://schemas.microsoft.com/office/drawing/2014/main" id="{417E8E04-8959-A363-E5E0-9F2889CFE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303" y="3200834"/>
                <a:ext cx="40107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feld fold1">
                <a:extLst>
                  <a:ext uri="{FF2B5EF4-FFF2-40B4-BE49-F238E27FC236}">
                    <a16:creationId xmlns:a16="http://schemas.microsoft.com/office/drawing/2014/main" id="{AD198384-AC41-86BB-9F87-A20A93EFA817}"/>
                  </a:ext>
                </a:extLst>
              </p:cNvPr>
              <p:cNvSpPr txBox="1"/>
              <p:nvPr/>
            </p:nvSpPr>
            <p:spPr>
              <a:xfrm>
                <a:off x="1526407" y="3847626"/>
                <a:ext cx="62914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de-DE" sz="28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de-DE" sz="28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74" name="Textfeld fold1">
                <a:extLst>
                  <a:ext uri="{FF2B5EF4-FFF2-40B4-BE49-F238E27FC236}">
                    <a16:creationId xmlns:a16="http://schemas.microsoft.com/office/drawing/2014/main" id="{AD198384-AC41-86BB-9F87-A20A93EFA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407" y="3847626"/>
                <a:ext cx="629147" cy="523220"/>
              </a:xfrm>
              <a:prstGeom prst="rect">
                <a:avLst/>
              </a:prstGeom>
              <a:blipFill>
                <a:blip r:embed="rId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feld fold1">
                <a:extLst>
                  <a:ext uri="{FF2B5EF4-FFF2-40B4-BE49-F238E27FC236}">
                    <a16:creationId xmlns:a16="http://schemas.microsoft.com/office/drawing/2014/main" id="{58188C4F-3A1D-AF68-FD3E-758FA5FC071A}"/>
                  </a:ext>
                </a:extLst>
              </p:cNvPr>
              <p:cNvSpPr txBox="1"/>
              <p:nvPr/>
            </p:nvSpPr>
            <p:spPr>
              <a:xfrm>
                <a:off x="1523640" y="4642668"/>
                <a:ext cx="64998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de-DE" sz="28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de-DE" sz="28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75" name="Textfeld fold1">
                <a:extLst>
                  <a:ext uri="{FF2B5EF4-FFF2-40B4-BE49-F238E27FC236}">
                    <a16:creationId xmlns:a16="http://schemas.microsoft.com/office/drawing/2014/main" id="{58188C4F-3A1D-AF68-FD3E-758FA5FC0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640" y="4642668"/>
                <a:ext cx="649985" cy="523220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feld fold1">
                <a:extLst>
                  <a:ext uri="{FF2B5EF4-FFF2-40B4-BE49-F238E27FC236}">
                    <a16:creationId xmlns:a16="http://schemas.microsoft.com/office/drawing/2014/main" id="{3CC470D5-254B-A9DA-CA13-9126BDBB2E15}"/>
                  </a:ext>
                </a:extLst>
              </p:cNvPr>
              <p:cNvSpPr txBox="1"/>
              <p:nvPr/>
            </p:nvSpPr>
            <p:spPr>
              <a:xfrm>
                <a:off x="1528932" y="5510906"/>
                <a:ext cx="60830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de-DE" sz="28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de-DE" sz="28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76" name="Textfeld fold1">
                <a:extLst>
                  <a:ext uri="{FF2B5EF4-FFF2-40B4-BE49-F238E27FC236}">
                    <a16:creationId xmlns:a16="http://schemas.microsoft.com/office/drawing/2014/main" id="{3CC470D5-254B-A9DA-CA13-9126BDBB2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932" y="5510906"/>
                <a:ext cx="608308" cy="52322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fold1">
                <a:extLst>
                  <a:ext uri="{FF2B5EF4-FFF2-40B4-BE49-F238E27FC236}">
                    <a16:creationId xmlns:a16="http://schemas.microsoft.com/office/drawing/2014/main" id="{F939FA53-8A32-0BD1-D419-B25879B23474}"/>
                  </a:ext>
                </a:extLst>
              </p:cNvPr>
              <p:cNvSpPr txBox="1"/>
              <p:nvPr/>
            </p:nvSpPr>
            <p:spPr>
              <a:xfrm>
                <a:off x="6487852" y="3178077"/>
                <a:ext cx="4010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8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77" name="Textfeld fold1">
                <a:extLst>
                  <a:ext uri="{FF2B5EF4-FFF2-40B4-BE49-F238E27FC236}">
                    <a16:creationId xmlns:a16="http://schemas.microsoft.com/office/drawing/2014/main" id="{F939FA53-8A32-0BD1-D419-B25879B23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852" y="3178077"/>
                <a:ext cx="40107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fold1">
                <a:extLst>
                  <a:ext uri="{FF2B5EF4-FFF2-40B4-BE49-F238E27FC236}">
                    <a16:creationId xmlns:a16="http://schemas.microsoft.com/office/drawing/2014/main" id="{1B026FF1-A469-0AA8-1791-2E0C45DD5E5E}"/>
                  </a:ext>
                </a:extLst>
              </p:cNvPr>
              <p:cNvSpPr txBox="1"/>
              <p:nvPr/>
            </p:nvSpPr>
            <p:spPr>
              <a:xfrm>
                <a:off x="8195731" y="3247391"/>
                <a:ext cx="8709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78" name="Textfeld fold1">
                <a:extLst>
                  <a:ext uri="{FF2B5EF4-FFF2-40B4-BE49-F238E27FC236}">
                    <a16:creationId xmlns:a16="http://schemas.microsoft.com/office/drawing/2014/main" id="{1B026FF1-A469-0AA8-1791-2E0C45DD5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731" y="3247391"/>
                <a:ext cx="87094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feld fold1">
                <a:extLst>
                  <a:ext uri="{FF2B5EF4-FFF2-40B4-BE49-F238E27FC236}">
                    <a16:creationId xmlns:a16="http://schemas.microsoft.com/office/drawing/2014/main" id="{38C3F75A-B156-FCE5-0994-BEE9F3C71A07}"/>
                  </a:ext>
                </a:extLst>
              </p:cNvPr>
              <p:cNvSpPr txBox="1"/>
              <p:nvPr/>
            </p:nvSpPr>
            <p:spPr>
              <a:xfrm>
                <a:off x="9160157" y="3233787"/>
                <a:ext cx="8709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79" name="Textfeld fold1">
                <a:extLst>
                  <a:ext uri="{FF2B5EF4-FFF2-40B4-BE49-F238E27FC236}">
                    <a16:creationId xmlns:a16="http://schemas.microsoft.com/office/drawing/2014/main" id="{38C3F75A-B156-FCE5-0994-BEE9F3C71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157" y="3233787"/>
                <a:ext cx="87094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feld fold1">
                <a:extLst>
                  <a:ext uri="{FF2B5EF4-FFF2-40B4-BE49-F238E27FC236}">
                    <a16:creationId xmlns:a16="http://schemas.microsoft.com/office/drawing/2014/main" id="{63BE13C1-1163-F602-8A2C-A1C6996175CD}"/>
                  </a:ext>
                </a:extLst>
              </p:cNvPr>
              <p:cNvSpPr txBox="1"/>
              <p:nvPr/>
            </p:nvSpPr>
            <p:spPr>
              <a:xfrm>
                <a:off x="10381343" y="3233787"/>
                <a:ext cx="42569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80" name="Textfeld fold1">
                <a:extLst>
                  <a:ext uri="{FF2B5EF4-FFF2-40B4-BE49-F238E27FC236}">
                    <a16:creationId xmlns:a16="http://schemas.microsoft.com/office/drawing/2014/main" id="{63BE13C1-1163-F602-8A2C-A1C699617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1343" y="3233787"/>
                <a:ext cx="42569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Causal model">
            <a:extLst>
              <a:ext uri="{FF2B5EF4-FFF2-40B4-BE49-F238E27FC236}">
                <a16:creationId xmlns:a16="http://schemas.microsoft.com/office/drawing/2014/main" id="{4C899A06-66A9-7076-1294-327CC237F760}"/>
              </a:ext>
            </a:extLst>
          </p:cNvPr>
          <p:cNvSpPr/>
          <p:nvPr/>
        </p:nvSpPr>
        <p:spPr>
          <a:xfrm>
            <a:off x="3953101" y="592043"/>
            <a:ext cx="4275068" cy="769441"/>
          </a:xfrm>
          <a:prstGeom prst="roundRect">
            <a:avLst>
              <a:gd name="adj" fmla="val 16667"/>
            </a:avLst>
          </a:prstGeom>
          <a:solidFill>
            <a:srgbClr val="2C406E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4000" b="1" dirty="0">
                <a:ln w="0">
                  <a:noFill/>
                </a:ln>
                <a:solidFill>
                  <a:schemeClr val="bg1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Cross-Sectional Data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28BBDA36-2E0A-E330-EE14-5506DD5B6777}"/>
              </a:ext>
            </a:extLst>
          </p:cNvPr>
          <p:cNvSpPr txBox="1"/>
          <p:nvPr/>
        </p:nvSpPr>
        <p:spPr>
          <a:xfrm>
            <a:off x="2707396" y="1509695"/>
            <a:ext cx="6577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Example</a:t>
            </a:r>
            <a:r>
              <a:rPr lang="de-DE" sz="32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: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Observe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one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random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sample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of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website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visitors</a:t>
            </a:r>
            <a:endParaRPr lang="de-DE" sz="3200" dirty="0">
              <a:solidFill>
                <a:srgbClr val="2C406E"/>
              </a:solidFill>
              <a:latin typeface="Daytona Condensed" panose="020B0506030503040204" pitchFamily="34" charset="0"/>
            </a:endParaRPr>
          </a:p>
          <a:p>
            <a:pPr algn="ctr"/>
            <a:endParaRPr lang="de-DE" sz="3200" b="1" dirty="0">
              <a:solidFill>
                <a:srgbClr val="2C406E"/>
              </a:solidFill>
              <a:latin typeface="Daytona Condensed" panose="020B0506030503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fold1">
                <a:extLst>
                  <a:ext uri="{FF2B5EF4-FFF2-40B4-BE49-F238E27FC236}">
                    <a16:creationId xmlns:a16="http://schemas.microsoft.com/office/drawing/2014/main" id="{83397C9A-8DD9-BE83-4354-B9FCCC6DA679}"/>
                  </a:ext>
                </a:extLst>
              </p:cNvPr>
              <p:cNvSpPr txBox="1"/>
              <p:nvPr/>
            </p:nvSpPr>
            <p:spPr>
              <a:xfrm>
                <a:off x="3543388" y="3200834"/>
                <a:ext cx="4828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sz="28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2" name="Textfeld fold1">
                <a:extLst>
                  <a:ext uri="{FF2B5EF4-FFF2-40B4-BE49-F238E27FC236}">
                    <a16:creationId xmlns:a16="http://schemas.microsoft.com/office/drawing/2014/main" id="{83397C9A-8DD9-BE83-4354-B9FCCC6DA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388" y="3200834"/>
                <a:ext cx="48282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fold1">
                <a:extLst>
                  <a:ext uri="{FF2B5EF4-FFF2-40B4-BE49-F238E27FC236}">
                    <a16:creationId xmlns:a16="http://schemas.microsoft.com/office/drawing/2014/main" id="{A7B4E914-684B-A76B-9F7D-96ECC8E1B968}"/>
                  </a:ext>
                </a:extLst>
              </p:cNvPr>
              <p:cNvSpPr txBox="1"/>
              <p:nvPr/>
            </p:nvSpPr>
            <p:spPr>
              <a:xfrm>
                <a:off x="4540842" y="3200834"/>
                <a:ext cx="4828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de-DE" sz="28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3" name="Textfeld fold1">
                <a:extLst>
                  <a:ext uri="{FF2B5EF4-FFF2-40B4-BE49-F238E27FC236}">
                    <a16:creationId xmlns:a16="http://schemas.microsoft.com/office/drawing/2014/main" id="{A7B4E914-684B-A76B-9F7D-96ECC8E1B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842" y="3200834"/>
                <a:ext cx="482824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163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!!model">
            <a:extLst>
              <a:ext uri="{FF2B5EF4-FFF2-40B4-BE49-F238E27FC236}">
                <a16:creationId xmlns:a16="http://schemas.microsoft.com/office/drawing/2014/main" id="{4CEB315A-DC53-E2CC-D2C2-D121D31B5430}"/>
              </a:ext>
            </a:extLst>
          </p:cNvPr>
          <p:cNvSpPr/>
          <p:nvPr/>
        </p:nvSpPr>
        <p:spPr>
          <a:xfrm>
            <a:off x="463541" y="1459746"/>
            <a:ext cx="11290852" cy="1492216"/>
          </a:xfrm>
          <a:prstGeom prst="roundRect">
            <a:avLst>
              <a:gd name="adj" fmla="val 6667"/>
            </a:avLst>
          </a:prstGeom>
          <a:solidFill>
            <a:srgbClr val="2C4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!!model">
            <a:extLst>
              <a:ext uri="{FF2B5EF4-FFF2-40B4-BE49-F238E27FC236}">
                <a16:creationId xmlns:a16="http://schemas.microsoft.com/office/drawing/2014/main" id="{FEB06689-C117-465C-7684-2DB68DCACF53}"/>
              </a:ext>
            </a:extLst>
          </p:cNvPr>
          <p:cNvSpPr/>
          <p:nvPr/>
        </p:nvSpPr>
        <p:spPr>
          <a:xfrm>
            <a:off x="1680430" y="1531852"/>
            <a:ext cx="9979371" cy="1343717"/>
          </a:xfrm>
          <a:prstGeom prst="roundRect">
            <a:avLst>
              <a:gd name="adj" fmla="val 66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BG-Block">
            <a:extLst>
              <a:ext uri="{FF2B5EF4-FFF2-40B4-BE49-F238E27FC236}">
                <a16:creationId xmlns:a16="http://schemas.microsoft.com/office/drawing/2014/main" id="{2A57761C-3CDD-E54E-0750-C0B104CC2904}"/>
              </a:ext>
            </a:extLst>
          </p:cNvPr>
          <p:cNvSpPr/>
          <p:nvPr/>
        </p:nvSpPr>
        <p:spPr>
          <a:xfrm rot="5400000">
            <a:off x="10454956" y="1772060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8" name="BG-Block">
            <a:extLst>
              <a:ext uri="{FF2B5EF4-FFF2-40B4-BE49-F238E27FC236}">
                <a16:creationId xmlns:a16="http://schemas.microsoft.com/office/drawing/2014/main" id="{51E823EF-EC3F-204F-1EC2-C77DDC3D6EFC}"/>
              </a:ext>
            </a:extLst>
          </p:cNvPr>
          <p:cNvSpPr/>
          <p:nvPr/>
        </p:nvSpPr>
        <p:spPr>
          <a:xfrm rot="5400000">
            <a:off x="9457358" y="1772060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9" name="BG-Block">
            <a:extLst>
              <a:ext uri="{FF2B5EF4-FFF2-40B4-BE49-F238E27FC236}">
                <a16:creationId xmlns:a16="http://schemas.microsoft.com/office/drawing/2014/main" id="{FDF04B98-E6A5-F6FB-5C6E-E0244E348D38}"/>
              </a:ext>
            </a:extLst>
          </p:cNvPr>
          <p:cNvSpPr/>
          <p:nvPr/>
        </p:nvSpPr>
        <p:spPr>
          <a:xfrm rot="5400000">
            <a:off x="8464838" y="1772060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0" name="BG-Block">
            <a:extLst>
              <a:ext uri="{FF2B5EF4-FFF2-40B4-BE49-F238E27FC236}">
                <a16:creationId xmlns:a16="http://schemas.microsoft.com/office/drawing/2014/main" id="{E2A59ED9-DB6B-C044-0D53-BC74091E3E3C}"/>
              </a:ext>
            </a:extLst>
          </p:cNvPr>
          <p:cNvSpPr/>
          <p:nvPr/>
        </p:nvSpPr>
        <p:spPr>
          <a:xfrm rot="5400000">
            <a:off x="6548891" y="1772060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1" name="BG-Block">
            <a:extLst>
              <a:ext uri="{FF2B5EF4-FFF2-40B4-BE49-F238E27FC236}">
                <a16:creationId xmlns:a16="http://schemas.microsoft.com/office/drawing/2014/main" id="{9B5B44B6-4F26-B22F-4B6A-E2A21A1590B9}"/>
              </a:ext>
            </a:extLst>
          </p:cNvPr>
          <p:cNvSpPr/>
          <p:nvPr/>
        </p:nvSpPr>
        <p:spPr>
          <a:xfrm rot="5400000">
            <a:off x="2139036" y="1260531"/>
            <a:ext cx="1240794" cy="1885418"/>
          </a:xfrm>
          <a:prstGeom prst="roundRect">
            <a:avLst>
              <a:gd name="adj" fmla="val 10987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2" name="BG-Block">
            <a:extLst>
              <a:ext uri="{FF2B5EF4-FFF2-40B4-BE49-F238E27FC236}">
                <a16:creationId xmlns:a16="http://schemas.microsoft.com/office/drawing/2014/main" id="{B39E98D8-1478-2428-31FC-78A3F103B4E4}"/>
              </a:ext>
            </a:extLst>
          </p:cNvPr>
          <p:cNvSpPr/>
          <p:nvPr/>
        </p:nvSpPr>
        <p:spPr>
          <a:xfrm rot="5400000">
            <a:off x="3647140" y="1772060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3" name="BG-Block">
            <a:extLst>
              <a:ext uri="{FF2B5EF4-FFF2-40B4-BE49-F238E27FC236}">
                <a16:creationId xmlns:a16="http://schemas.microsoft.com/office/drawing/2014/main" id="{EC29B338-D6CB-610B-7086-4EBEBF88DC76}"/>
              </a:ext>
            </a:extLst>
          </p:cNvPr>
          <p:cNvSpPr/>
          <p:nvPr/>
        </p:nvSpPr>
        <p:spPr>
          <a:xfrm rot="5400000">
            <a:off x="4644594" y="1772060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fold1">
                <a:extLst>
                  <a:ext uri="{FF2B5EF4-FFF2-40B4-BE49-F238E27FC236}">
                    <a16:creationId xmlns:a16="http://schemas.microsoft.com/office/drawing/2014/main" id="{C1169E7D-AA7A-6730-B954-1C336894F21A}"/>
                  </a:ext>
                </a:extLst>
              </p:cNvPr>
              <p:cNvSpPr txBox="1"/>
              <p:nvPr/>
            </p:nvSpPr>
            <p:spPr>
              <a:xfrm>
                <a:off x="2959200" y="1558196"/>
                <a:ext cx="647421" cy="291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9" name="Textfeld fold1">
                <a:extLst>
                  <a:ext uri="{FF2B5EF4-FFF2-40B4-BE49-F238E27FC236}">
                    <a16:creationId xmlns:a16="http://schemas.microsoft.com/office/drawing/2014/main" id="{C1169E7D-AA7A-6730-B954-1C336894F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9200" y="1558196"/>
                <a:ext cx="647421" cy="291666"/>
              </a:xfrm>
              <a:prstGeom prst="rect">
                <a:avLst/>
              </a:prstGeom>
              <a:blipFill>
                <a:blip r:embed="rId3"/>
                <a:stretch>
                  <a:fillRect b="-291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fold1">
                <a:extLst>
                  <a:ext uri="{FF2B5EF4-FFF2-40B4-BE49-F238E27FC236}">
                    <a16:creationId xmlns:a16="http://schemas.microsoft.com/office/drawing/2014/main" id="{B2E823D6-E719-13BE-6468-9A4E5773428A}"/>
                  </a:ext>
                </a:extLst>
              </p:cNvPr>
              <p:cNvSpPr txBox="1"/>
              <p:nvPr/>
            </p:nvSpPr>
            <p:spPr>
              <a:xfrm>
                <a:off x="2002878" y="1563126"/>
                <a:ext cx="54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0" name="Textfeld fold1">
                <a:extLst>
                  <a:ext uri="{FF2B5EF4-FFF2-40B4-BE49-F238E27FC236}">
                    <a16:creationId xmlns:a16="http://schemas.microsoft.com/office/drawing/2014/main" id="{B2E823D6-E719-13BE-6468-9A4E57734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878" y="1563126"/>
                <a:ext cx="54162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fold1">
                <a:extLst>
                  <a:ext uri="{FF2B5EF4-FFF2-40B4-BE49-F238E27FC236}">
                    <a16:creationId xmlns:a16="http://schemas.microsoft.com/office/drawing/2014/main" id="{584E12C5-7289-4467-4878-06E92D0DBC13}"/>
                  </a:ext>
                </a:extLst>
              </p:cNvPr>
              <p:cNvSpPr txBox="1"/>
              <p:nvPr/>
            </p:nvSpPr>
            <p:spPr>
              <a:xfrm>
                <a:off x="1986119" y="1833509"/>
                <a:ext cx="618503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1" name="Textfeld fold1">
                <a:extLst>
                  <a:ext uri="{FF2B5EF4-FFF2-40B4-BE49-F238E27FC236}">
                    <a16:creationId xmlns:a16="http://schemas.microsoft.com/office/drawing/2014/main" id="{584E12C5-7289-4467-4878-06E92D0DB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119" y="1833509"/>
                <a:ext cx="618503" cy="4135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feld fold1">
                <a:extLst>
                  <a:ext uri="{FF2B5EF4-FFF2-40B4-BE49-F238E27FC236}">
                    <a16:creationId xmlns:a16="http://schemas.microsoft.com/office/drawing/2014/main" id="{1FCF61A7-F57C-07BC-0CED-F2DBBD68A7A5}"/>
                  </a:ext>
                </a:extLst>
              </p:cNvPr>
              <p:cNvSpPr txBox="1"/>
              <p:nvPr/>
            </p:nvSpPr>
            <p:spPr>
              <a:xfrm>
                <a:off x="1989413" y="2137398"/>
                <a:ext cx="632930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2" name="Textfeld fold1">
                <a:extLst>
                  <a:ext uri="{FF2B5EF4-FFF2-40B4-BE49-F238E27FC236}">
                    <a16:creationId xmlns:a16="http://schemas.microsoft.com/office/drawing/2014/main" id="{1FCF61A7-F57C-07BC-0CED-F2DBBD68A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413" y="2137398"/>
                <a:ext cx="632930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fold1">
                <a:extLst>
                  <a:ext uri="{FF2B5EF4-FFF2-40B4-BE49-F238E27FC236}">
                    <a16:creationId xmlns:a16="http://schemas.microsoft.com/office/drawing/2014/main" id="{FEDD527B-DACB-F68A-8BFB-AC9D6E0EF967}"/>
                  </a:ext>
                </a:extLst>
              </p:cNvPr>
              <p:cNvSpPr txBox="1"/>
              <p:nvPr/>
            </p:nvSpPr>
            <p:spPr>
              <a:xfrm>
                <a:off x="1996537" y="2449028"/>
                <a:ext cx="604075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3" name="Textfeld fold1">
                <a:extLst>
                  <a:ext uri="{FF2B5EF4-FFF2-40B4-BE49-F238E27FC236}">
                    <a16:creationId xmlns:a16="http://schemas.microsoft.com/office/drawing/2014/main" id="{FEDD527B-DACB-F68A-8BFB-AC9D6E0EF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537" y="2449028"/>
                <a:ext cx="604075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feld fold1">
                <a:extLst>
                  <a:ext uri="{FF2B5EF4-FFF2-40B4-BE49-F238E27FC236}">
                    <a16:creationId xmlns:a16="http://schemas.microsoft.com/office/drawing/2014/main" id="{FF8B91A4-377B-0FE0-2044-904DAAADA371}"/>
                  </a:ext>
                </a:extLst>
              </p:cNvPr>
              <p:cNvSpPr txBox="1"/>
              <p:nvPr/>
            </p:nvSpPr>
            <p:spPr>
              <a:xfrm>
                <a:off x="6848036" y="1549883"/>
                <a:ext cx="588110" cy="291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4" name="Textfeld fold1">
                <a:extLst>
                  <a:ext uri="{FF2B5EF4-FFF2-40B4-BE49-F238E27FC236}">
                    <a16:creationId xmlns:a16="http://schemas.microsoft.com/office/drawing/2014/main" id="{FF8B91A4-377B-0FE0-2044-904DAAADA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036" y="1549883"/>
                <a:ext cx="588110" cy="291666"/>
              </a:xfrm>
              <a:prstGeom prst="rect">
                <a:avLst/>
              </a:prstGeom>
              <a:blipFill>
                <a:blip r:embed="rId8"/>
                <a:stretch>
                  <a:fillRect b="-291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fold1">
                <a:extLst>
                  <a:ext uri="{FF2B5EF4-FFF2-40B4-BE49-F238E27FC236}">
                    <a16:creationId xmlns:a16="http://schemas.microsoft.com/office/drawing/2014/main" id="{04FEA0AB-80C3-3156-680E-1B864A0303D9}"/>
                  </a:ext>
                </a:extLst>
              </p:cNvPr>
              <p:cNvSpPr txBox="1"/>
              <p:nvPr/>
            </p:nvSpPr>
            <p:spPr>
              <a:xfrm>
                <a:off x="8585386" y="1544035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5" name="Textfeld fold1">
                <a:extLst>
                  <a:ext uri="{FF2B5EF4-FFF2-40B4-BE49-F238E27FC236}">
                    <a16:creationId xmlns:a16="http://schemas.microsoft.com/office/drawing/2014/main" id="{04FEA0AB-80C3-3156-680E-1B864A030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5386" y="1544035"/>
                <a:ext cx="10246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fold1">
                <a:extLst>
                  <a:ext uri="{FF2B5EF4-FFF2-40B4-BE49-F238E27FC236}">
                    <a16:creationId xmlns:a16="http://schemas.microsoft.com/office/drawing/2014/main" id="{647FA1B7-58E2-BC53-503E-DDE0624F9231}"/>
                  </a:ext>
                </a:extLst>
              </p:cNvPr>
              <p:cNvSpPr txBox="1"/>
              <p:nvPr/>
            </p:nvSpPr>
            <p:spPr>
              <a:xfrm>
                <a:off x="9592031" y="1532772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6" name="Textfeld fold1">
                <a:extLst>
                  <a:ext uri="{FF2B5EF4-FFF2-40B4-BE49-F238E27FC236}">
                    <a16:creationId xmlns:a16="http://schemas.microsoft.com/office/drawing/2014/main" id="{647FA1B7-58E2-BC53-503E-DDE0624F9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031" y="1532772"/>
                <a:ext cx="102463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feld fold1">
                <a:extLst>
                  <a:ext uri="{FF2B5EF4-FFF2-40B4-BE49-F238E27FC236}">
                    <a16:creationId xmlns:a16="http://schemas.microsoft.com/office/drawing/2014/main" id="{66AD8C9B-8541-598B-A6AA-1F1BD9B4FCBA}"/>
                  </a:ext>
                </a:extLst>
              </p:cNvPr>
              <p:cNvSpPr txBox="1"/>
              <p:nvPr/>
            </p:nvSpPr>
            <p:spPr>
              <a:xfrm>
                <a:off x="10838547" y="1534786"/>
                <a:ext cx="4256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7" name="Textfeld fold1">
                <a:extLst>
                  <a:ext uri="{FF2B5EF4-FFF2-40B4-BE49-F238E27FC236}">
                    <a16:creationId xmlns:a16="http://schemas.microsoft.com/office/drawing/2014/main" id="{66AD8C9B-8541-598B-A6AA-1F1BD9B4F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8547" y="1534786"/>
                <a:ext cx="425692" cy="369332"/>
              </a:xfrm>
              <a:prstGeom prst="rect">
                <a:avLst/>
              </a:prstGeom>
              <a:blipFill>
                <a:blip r:embed="rId11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feld fold1">
                <a:extLst>
                  <a:ext uri="{FF2B5EF4-FFF2-40B4-BE49-F238E27FC236}">
                    <a16:creationId xmlns:a16="http://schemas.microsoft.com/office/drawing/2014/main" id="{09C2229B-F17F-1621-6D52-8D69FBEE4AEC}"/>
                  </a:ext>
                </a:extLst>
              </p:cNvPr>
              <p:cNvSpPr txBox="1"/>
              <p:nvPr/>
            </p:nvSpPr>
            <p:spPr>
              <a:xfrm>
                <a:off x="3918433" y="1552133"/>
                <a:ext cx="647421" cy="291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8" name="Textfeld fold1">
                <a:extLst>
                  <a:ext uri="{FF2B5EF4-FFF2-40B4-BE49-F238E27FC236}">
                    <a16:creationId xmlns:a16="http://schemas.microsoft.com/office/drawing/2014/main" id="{09C2229B-F17F-1621-6D52-8D69FBEE4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433" y="1552133"/>
                <a:ext cx="647421" cy="291666"/>
              </a:xfrm>
              <a:prstGeom prst="rect">
                <a:avLst/>
              </a:prstGeom>
              <a:blipFill>
                <a:blip r:embed="rId12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feld fold1">
                <a:extLst>
                  <a:ext uri="{FF2B5EF4-FFF2-40B4-BE49-F238E27FC236}">
                    <a16:creationId xmlns:a16="http://schemas.microsoft.com/office/drawing/2014/main" id="{8E3F5729-0055-38C0-5926-93A36FF78F72}"/>
                  </a:ext>
                </a:extLst>
              </p:cNvPr>
              <p:cNvSpPr txBox="1"/>
              <p:nvPr/>
            </p:nvSpPr>
            <p:spPr>
              <a:xfrm>
                <a:off x="4915275" y="1540993"/>
                <a:ext cx="647421" cy="291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9" name="Textfeld fold1">
                <a:extLst>
                  <a:ext uri="{FF2B5EF4-FFF2-40B4-BE49-F238E27FC236}">
                    <a16:creationId xmlns:a16="http://schemas.microsoft.com/office/drawing/2014/main" id="{8E3F5729-0055-38C0-5926-93A36FF78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275" y="1540993"/>
                <a:ext cx="647421" cy="291666"/>
              </a:xfrm>
              <a:prstGeom prst="rect">
                <a:avLst/>
              </a:prstGeom>
              <a:blipFill>
                <a:blip r:embed="rId13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feld fold1">
                <a:extLst>
                  <a:ext uri="{FF2B5EF4-FFF2-40B4-BE49-F238E27FC236}">
                    <a16:creationId xmlns:a16="http://schemas.microsoft.com/office/drawing/2014/main" id="{1D4AACC3-EC14-9C7B-60F6-9B931E3EB43B}"/>
                  </a:ext>
                </a:extLst>
              </p:cNvPr>
              <p:cNvSpPr txBox="1"/>
              <p:nvPr/>
            </p:nvSpPr>
            <p:spPr>
              <a:xfrm>
                <a:off x="435212" y="1936055"/>
                <a:ext cx="1231812" cy="222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3200" b="1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72" name="Textfeld fold1">
                <a:extLst>
                  <a:ext uri="{FF2B5EF4-FFF2-40B4-BE49-F238E27FC236}">
                    <a16:creationId xmlns:a16="http://schemas.microsoft.com/office/drawing/2014/main" id="{1D4AACC3-EC14-9C7B-60F6-9B931E3EB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12" y="1936055"/>
                <a:ext cx="1231812" cy="222074"/>
              </a:xfrm>
              <a:prstGeom prst="rect">
                <a:avLst/>
              </a:prstGeom>
              <a:blipFill>
                <a:blip r:embed="rId14"/>
                <a:stretch>
                  <a:fillRect b="-15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Data entry 8">
            <a:extLst>
              <a:ext uri="{FF2B5EF4-FFF2-40B4-BE49-F238E27FC236}">
                <a16:creationId xmlns:a16="http://schemas.microsoft.com/office/drawing/2014/main" id="{FA9B0C78-9893-9062-1F5A-44C7C87C142E}"/>
              </a:ext>
            </a:extLst>
          </p:cNvPr>
          <p:cNvSpPr>
            <a:spLocks noChangeAspect="1"/>
          </p:cNvSpPr>
          <p:nvPr/>
        </p:nvSpPr>
        <p:spPr>
          <a:xfrm>
            <a:off x="5108290" y="2514627"/>
            <a:ext cx="272677" cy="258301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23" name="Data entry 8">
            <a:extLst>
              <a:ext uri="{FF2B5EF4-FFF2-40B4-BE49-F238E27FC236}">
                <a16:creationId xmlns:a16="http://schemas.microsoft.com/office/drawing/2014/main" id="{C0201AD1-B9E3-B0D9-BC40-583FF2BD021B}"/>
              </a:ext>
            </a:extLst>
          </p:cNvPr>
          <p:cNvSpPr>
            <a:spLocks noChangeAspect="1"/>
          </p:cNvSpPr>
          <p:nvPr/>
        </p:nvSpPr>
        <p:spPr>
          <a:xfrm>
            <a:off x="4113650" y="2525960"/>
            <a:ext cx="272677" cy="258301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24" name="Data entry 3">
            <a:extLst>
              <a:ext uri="{FF2B5EF4-FFF2-40B4-BE49-F238E27FC236}">
                <a16:creationId xmlns:a16="http://schemas.microsoft.com/office/drawing/2014/main" id="{D10D289D-E1AC-27C3-36C5-0B3C644A463C}"/>
              </a:ext>
            </a:extLst>
          </p:cNvPr>
          <p:cNvSpPr>
            <a:spLocks noChangeAspect="1"/>
          </p:cNvSpPr>
          <p:nvPr/>
        </p:nvSpPr>
        <p:spPr>
          <a:xfrm>
            <a:off x="3117467" y="2521940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2EAF7D78-0D50-9192-AFE0-9DE7841F63B0}"/>
              </a:ext>
            </a:extLst>
          </p:cNvPr>
          <p:cNvSpPr>
            <a:spLocks noChangeAspect="1"/>
          </p:cNvSpPr>
          <p:nvPr/>
        </p:nvSpPr>
        <p:spPr>
          <a:xfrm>
            <a:off x="6035781" y="2602568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C7763C24-AADB-8984-D653-9A83B4078F44}"/>
              </a:ext>
            </a:extLst>
          </p:cNvPr>
          <p:cNvSpPr>
            <a:spLocks noChangeAspect="1"/>
          </p:cNvSpPr>
          <p:nvPr/>
        </p:nvSpPr>
        <p:spPr>
          <a:xfrm>
            <a:off x="6182834" y="2602568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224FF714-AD9C-BB5B-3653-96D548CEAC2A}"/>
              </a:ext>
            </a:extLst>
          </p:cNvPr>
          <p:cNvSpPr>
            <a:spLocks noChangeAspect="1"/>
          </p:cNvSpPr>
          <p:nvPr/>
        </p:nvSpPr>
        <p:spPr>
          <a:xfrm>
            <a:off x="6329887" y="260001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6" name="Data entry 3">
            <a:extLst>
              <a:ext uri="{FF2B5EF4-FFF2-40B4-BE49-F238E27FC236}">
                <a16:creationId xmlns:a16="http://schemas.microsoft.com/office/drawing/2014/main" id="{188CDCD0-C728-3C30-AC7D-BFFD98D628AC}"/>
              </a:ext>
            </a:extLst>
          </p:cNvPr>
          <p:cNvSpPr>
            <a:spLocks noChangeAspect="1"/>
          </p:cNvSpPr>
          <p:nvPr/>
        </p:nvSpPr>
        <p:spPr>
          <a:xfrm>
            <a:off x="7016838" y="2521940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C390538D-9EEE-9D83-2065-E1CE632BD6A7}"/>
              </a:ext>
            </a:extLst>
          </p:cNvPr>
          <p:cNvSpPr>
            <a:spLocks noChangeAspect="1"/>
          </p:cNvSpPr>
          <p:nvPr/>
        </p:nvSpPr>
        <p:spPr>
          <a:xfrm>
            <a:off x="7960946" y="2602568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CE10713D-A558-6FD5-83D5-06566F39F97C}"/>
              </a:ext>
            </a:extLst>
          </p:cNvPr>
          <p:cNvSpPr>
            <a:spLocks noChangeAspect="1"/>
          </p:cNvSpPr>
          <p:nvPr/>
        </p:nvSpPr>
        <p:spPr>
          <a:xfrm>
            <a:off x="8107999" y="2602568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6B027CD1-E65B-DED1-7264-907DF4C0569C}"/>
              </a:ext>
            </a:extLst>
          </p:cNvPr>
          <p:cNvSpPr>
            <a:spLocks noChangeAspect="1"/>
          </p:cNvSpPr>
          <p:nvPr/>
        </p:nvSpPr>
        <p:spPr>
          <a:xfrm>
            <a:off x="8255052" y="260001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8" name="Data entry 3">
            <a:extLst>
              <a:ext uri="{FF2B5EF4-FFF2-40B4-BE49-F238E27FC236}">
                <a16:creationId xmlns:a16="http://schemas.microsoft.com/office/drawing/2014/main" id="{1B28FEE7-5A86-0D18-BB3A-5139B729F1F0}"/>
              </a:ext>
            </a:extLst>
          </p:cNvPr>
          <p:cNvSpPr>
            <a:spLocks noChangeAspect="1"/>
          </p:cNvSpPr>
          <p:nvPr/>
        </p:nvSpPr>
        <p:spPr>
          <a:xfrm>
            <a:off x="8925378" y="2523030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29" name="Data entry 3">
            <a:extLst>
              <a:ext uri="{FF2B5EF4-FFF2-40B4-BE49-F238E27FC236}">
                <a16:creationId xmlns:a16="http://schemas.microsoft.com/office/drawing/2014/main" id="{0451D85B-E175-6A08-6F73-0EB59016BCA1}"/>
              </a:ext>
            </a:extLst>
          </p:cNvPr>
          <p:cNvSpPr>
            <a:spLocks noChangeAspect="1"/>
          </p:cNvSpPr>
          <p:nvPr/>
        </p:nvSpPr>
        <p:spPr>
          <a:xfrm>
            <a:off x="9924261" y="2509743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30" name="Data entry 3">
            <a:extLst>
              <a:ext uri="{FF2B5EF4-FFF2-40B4-BE49-F238E27FC236}">
                <a16:creationId xmlns:a16="http://schemas.microsoft.com/office/drawing/2014/main" id="{660175F8-6D5B-4011-414C-1623A1EACD88}"/>
              </a:ext>
            </a:extLst>
          </p:cNvPr>
          <p:cNvSpPr>
            <a:spLocks noChangeAspect="1"/>
          </p:cNvSpPr>
          <p:nvPr/>
        </p:nvSpPr>
        <p:spPr>
          <a:xfrm>
            <a:off x="10918529" y="2509743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31" name="Data entry 7">
            <a:extLst>
              <a:ext uri="{FF2B5EF4-FFF2-40B4-BE49-F238E27FC236}">
                <a16:creationId xmlns:a16="http://schemas.microsoft.com/office/drawing/2014/main" id="{3DF40043-EDE7-8337-60B5-E6C8AF4FB149}"/>
              </a:ext>
            </a:extLst>
          </p:cNvPr>
          <p:cNvSpPr>
            <a:spLocks noChangeAspect="1"/>
          </p:cNvSpPr>
          <p:nvPr/>
        </p:nvSpPr>
        <p:spPr>
          <a:xfrm>
            <a:off x="5112002" y="2181903"/>
            <a:ext cx="272677" cy="258301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32" name="Data entry 7">
            <a:extLst>
              <a:ext uri="{FF2B5EF4-FFF2-40B4-BE49-F238E27FC236}">
                <a16:creationId xmlns:a16="http://schemas.microsoft.com/office/drawing/2014/main" id="{D99DCF04-9F4F-DF4D-F968-514296CE5017}"/>
              </a:ext>
            </a:extLst>
          </p:cNvPr>
          <p:cNvSpPr>
            <a:spLocks noChangeAspect="1"/>
          </p:cNvSpPr>
          <p:nvPr/>
        </p:nvSpPr>
        <p:spPr>
          <a:xfrm>
            <a:off x="4117362" y="2193238"/>
            <a:ext cx="272677" cy="258301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33" name="Data entry 2">
            <a:extLst>
              <a:ext uri="{FF2B5EF4-FFF2-40B4-BE49-F238E27FC236}">
                <a16:creationId xmlns:a16="http://schemas.microsoft.com/office/drawing/2014/main" id="{E97427F7-6724-7EF0-0117-4A79778BB13B}"/>
              </a:ext>
            </a:extLst>
          </p:cNvPr>
          <p:cNvSpPr>
            <a:spLocks noChangeAspect="1"/>
          </p:cNvSpPr>
          <p:nvPr/>
        </p:nvSpPr>
        <p:spPr>
          <a:xfrm>
            <a:off x="3117467" y="2191658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44585250-8EB7-4146-A4B9-EFD5447B913B}"/>
              </a:ext>
            </a:extLst>
          </p:cNvPr>
          <p:cNvSpPr>
            <a:spLocks noChangeAspect="1"/>
          </p:cNvSpPr>
          <p:nvPr/>
        </p:nvSpPr>
        <p:spPr>
          <a:xfrm>
            <a:off x="6039493" y="227228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0FD427C9-8049-1389-B24B-F730575C7A86}"/>
              </a:ext>
            </a:extLst>
          </p:cNvPr>
          <p:cNvSpPr>
            <a:spLocks noChangeAspect="1"/>
          </p:cNvSpPr>
          <p:nvPr/>
        </p:nvSpPr>
        <p:spPr>
          <a:xfrm>
            <a:off x="6186546" y="227228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32EDDEE5-CE39-4835-FCD3-D9B60BB3CD2E}"/>
              </a:ext>
            </a:extLst>
          </p:cNvPr>
          <p:cNvSpPr>
            <a:spLocks noChangeAspect="1"/>
          </p:cNvSpPr>
          <p:nvPr/>
        </p:nvSpPr>
        <p:spPr>
          <a:xfrm>
            <a:off x="6333599" y="226973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5" name="Data entry 2">
            <a:extLst>
              <a:ext uri="{FF2B5EF4-FFF2-40B4-BE49-F238E27FC236}">
                <a16:creationId xmlns:a16="http://schemas.microsoft.com/office/drawing/2014/main" id="{FB85D496-52DE-1F8E-0E8B-16FC4D184F06}"/>
              </a:ext>
            </a:extLst>
          </p:cNvPr>
          <p:cNvSpPr>
            <a:spLocks noChangeAspect="1"/>
          </p:cNvSpPr>
          <p:nvPr/>
        </p:nvSpPr>
        <p:spPr>
          <a:xfrm>
            <a:off x="7016838" y="2191658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D4EDDAEE-0078-ECE8-B18B-F912D5A2AF65}"/>
              </a:ext>
            </a:extLst>
          </p:cNvPr>
          <p:cNvSpPr>
            <a:spLocks noChangeAspect="1"/>
          </p:cNvSpPr>
          <p:nvPr/>
        </p:nvSpPr>
        <p:spPr>
          <a:xfrm>
            <a:off x="7964658" y="227228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884BF3EB-9E06-B291-F3AA-EABF7B648236}"/>
              </a:ext>
            </a:extLst>
          </p:cNvPr>
          <p:cNvSpPr>
            <a:spLocks noChangeAspect="1"/>
          </p:cNvSpPr>
          <p:nvPr/>
        </p:nvSpPr>
        <p:spPr>
          <a:xfrm>
            <a:off x="8111711" y="227228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A64B51FE-7EF6-220C-505C-DA78A7273C89}"/>
              </a:ext>
            </a:extLst>
          </p:cNvPr>
          <p:cNvSpPr>
            <a:spLocks noChangeAspect="1"/>
          </p:cNvSpPr>
          <p:nvPr/>
        </p:nvSpPr>
        <p:spPr>
          <a:xfrm>
            <a:off x="8258764" y="226973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7" name="Data entry 2">
            <a:extLst>
              <a:ext uri="{FF2B5EF4-FFF2-40B4-BE49-F238E27FC236}">
                <a16:creationId xmlns:a16="http://schemas.microsoft.com/office/drawing/2014/main" id="{FF789D7B-C32F-2D7E-02BD-B2338476E22E}"/>
              </a:ext>
            </a:extLst>
          </p:cNvPr>
          <p:cNvSpPr>
            <a:spLocks noChangeAspect="1"/>
          </p:cNvSpPr>
          <p:nvPr/>
        </p:nvSpPr>
        <p:spPr>
          <a:xfrm>
            <a:off x="8925378" y="2192748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38" name="Data entry 2">
            <a:extLst>
              <a:ext uri="{FF2B5EF4-FFF2-40B4-BE49-F238E27FC236}">
                <a16:creationId xmlns:a16="http://schemas.microsoft.com/office/drawing/2014/main" id="{E8A51ABD-245E-D5AC-88FF-3370C29B30BA}"/>
              </a:ext>
            </a:extLst>
          </p:cNvPr>
          <p:cNvSpPr>
            <a:spLocks noChangeAspect="1"/>
          </p:cNvSpPr>
          <p:nvPr/>
        </p:nvSpPr>
        <p:spPr>
          <a:xfrm>
            <a:off x="9924261" y="2179461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39" name="Data entry 2">
            <a:extLst>
              <a:ext uri="{FF2B5EF4-FFF2-40B4-BE49-F238E27FC236}">
                <a16:creationId xmlns:a16="http://schemas.microsoft.com/office/drawing/2014/main" id="{E66F070E-92B5-774F-31C3-363012821344}"/>
              </a:ext>
            </a:extLst>
          </p:cNvPr>
          <p:cNvSpPr>
            <a:spLocks noChangeAspect="1"/>
          </p:cNvSpPr>
          <p:nvPr/>
        </p:nvSpPr>
        <p:spPr>
          <a:xfrm>
            <a:off x="10918529" y="2179461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40" name="Data entry 6">
            <a:extLst>
              <a:ext uri="{FF2B5EF4-FFF2-40B4-BE49-F238E27FC236}">
                <a16:creationId xmlns:a16="http://schemas.microsoft.com/office/drawing/2014/main" id="{94D84C74-62DD-0D21-7D0A-28BE4C5C5D0A}"/>
              </a:ext>
            </a:extLst>
          </p:cNvPr>
          <p:cNvSpPr>
            <a:spLocks noChangeAspect="1"/>
          </p:cNvSpPr>
          <p:nvPr/>
        </p:nvSpPr>
        <p:spPr>
          <a:xfrm>
            <a:off x="5108290" y="1871186"/>
            <a:ext cx="272677" cy="258301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41" name="Data entry 6">
            <a:extLst>
              <a:ext uri="{FF2B5EF4-FFF2-40B4-BE49-F238E27FC236}">
                <a16:creationId xmlns:a16="http://schemas.microsoft.com/office/drawing/2014/main" id="{D87618D8-C12C-0410-0601-EA8C2DF3DC6C}"/>
              </a:ext>
            </a:extLst>
          </p:cNvPr>
          <p:cNvSpPr>
            <a:spLocks noChangeAspect="1"/>
          </p:cNvSpPr>
          <p:nvPr/>
        </p:nvSpPr>
        <p:spPr>
          <a:xfrm>
            <a:off x="4113650" y="1882521"/>
            <a:ext cx="272677" cy="258301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42" name="Data entry 1">
            <a:extLst>
              <a:ext uri="{FF2B5EF4-FFF2-40B4-BE49-F238E27FC236}">
                <a16:creationId xmlns:a16="http://schemas.microsoft.com/office/drawing/2014/main" id="{7DB0A627-56C3-21C9-A157-4A80B99A8F2A}"/>
              </a:ext>
            </a:extLst>
          </p:cNvPr>
          <p:cNvSpPr>
            <a:spLocks noChangeAspect="1"/>
          </p:cNvSpPr>
          <p:nvPr/>
        </p:nvSpPr>
        <p:spPr>
          <a:xfrm>
            <a:off x="3117467" y="1883382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1DE7031B-9E55-4373-2E40-D48508449449}"/>
              </a:ext>
            </a:extLst>
          </p:cNvPr>
          <p:cNvSpPr>
            <a:spLocks noChangeAspect="1"/>
          </p:cNvSpPr>
          <p:nvPr/>
        </p:nvSpPr>
        <p:spPr>
          <a:xfrm>
            <a:off x="6035781" y="1956242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696832B3-FACD-778A-3B83-B1AD155C7ABE}"/>
              </a:ext>
            </a:extLst>
          </p:cNvPr>
          <p:cNvSpPr>
            <a:spLocks noChangeAspect="1"/>
          </p:cNvSpPr>
          <p:nvPr/>
        </p:nvSpPr>
        <p:spPr>
          <a:xfrm>
            <a:off x="6182834" y="1956242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E029A5B6-E507-BFA9-4A8E-D60F4031DB84}"/>
              </a:ext>
            </a:extLst>
          </p:cNvPr>
          <p:cNvSpPr>
            <a:spLocks noChangeAspect="1"/>
          </p:cNvSpPr>
          <p:nvPr/>
        </p:nvSpPr>
        <p:spPr>
          <a:xfrm>
            <a:off x="6329887" y="1953690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4" name="Data entry 1">
            <a:extLst>
              <a:ext uri="{FF2B5EF4-FFF2-40B4-BE49-F238E27FC236}">
                <a16:creationId xmlns:a16="http://schemas.microsoft.com/office/drawing/2014/main" id="{556ACAF7-BEB9-EBD0-8566-C962EDBA7434}"/>
              </a:ext>
            </a:extLst>
          </p:cNvPr>
          <p:cNvSpPr>
            <a:spLocks noChangeAspect="1"/>
          </p:cNvSpPr>
          <p:nvPr/>
        </p:nvSpPr>
        <p:spPr>
          <a:xfrm>
            <a:off x="7016838" y="1883382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2550ABFE-7B37-C964-CDE5-64D6FE81B4AC}"/>
              </a:ext>
            </a:extLst>
          </p:cNvPr>
          <p:cNvSpPr>
            <a:spLocks noChangeAspect="1"/>
          </p:cNvSpPr>
          <p:nvPr/>
        </p:nvSpPr>
        <p:spPr>
          <a:xfrm>
            <a:off x="7960946" y="1956242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E2FC7709-A5B0-C0B8-141B-F008E15B2125}"/>
              </a:ext>
            </a:extLst>
          </p:cNvPr>
          <p:cNvSpPr>
            <a:spLocks noChangeAspect="1"/>
          </p:cNvSpPr>
          <p:nvPr/>
        </p:nvSpPr>
        <p:spPr>
          <a:xfrm>
            <a:off x="8107999" y="1956242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D0472F52-33B1-A067-697F-17729B617D07}"/>
              </a:ext>
            </a:extLst>
          </p:cNvPr>
          <p:cNvSpPr>
            <a:spLocks noChangeAspect="1"/>
          </p:cNvSpPr>
          <p:nvPr/>
        </p:nvSpPr>
        <p:spPr>
          <a:xfrm>
            <a:off x="8255052" y="1953690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6" name="Data entry 1">
            <a:extLst>
              <a:ext uri="{FF2B5EF4-FFF2-40B4-BE49-F238E27FC236}">
                <a16:creationId xmlns:a16="http://schemas.microsoft.com/office/drawing/2014/main" id="{9A7B944D-B35B-7E5E-772C-54C4E57B4377}"/>
              </a:ext>
            </a:extLst>
          </p:cNvPr>
          <p:cNvSpPr>
            <a:spLocks noChangeAspect="1"/>
          </p:cNvSpPr>
          <p:nvPr/>
        </p:nvSpPr>
        <p:spPr>
          <a:xfrm>
            <a:off x="8925378" y="1884472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47" name="Data entry 1">
            <a:extLst>
              <a:ext uri="{FF2B5EF4-FFF2-40B4-BE49-F238E27FC236}">
                <a16:creationId xmlns:a16="http://schemas.microsoft.com/office/drawing/2014/main" id="{451909CD-4B87-9E3A-6FA1-8B2B74DC238A}"/>
              </a:ext>
            </a:extLst>
          </p:cNvPr>
          <p:cNvSpPr>
            <a:spLocks noChangeAspect="1"/>
          </p:cNvSpPr>
          <p:nvPr/>
        </p:nvSpPr>
        <p:spPr>
          <a:xfrm>
            <a:off x="9924261" y="1871185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48" name="Data entry 1">
            <a:extLst>
              <a:ext uri="{FF2B5EF4-FFF2-40B4-BE49-F238E27FC236}">
                <a16:creationId xmlns:a16="http://schemas.microsoft.com/office/drawing/2014/main" id="{68E9BEF2-A823-4371-5002-ADAC766F52E9}"/>
              </a:ext>
            </a:extLst>
          </p:cNvPr>
          <p:cNvSpPr>
            <a:spLocks noChangeAspect="1"/>
          </p:cNvSpPr>
          <p:nvPr/>
        </p:nvSpPr>
        <p:spPr>
          <a:xfrm>
            <a:off x="10918529" y="1871185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1" name="!!model">
            <a:extLst>
              <a:ext uri="{FF2B5EF4-FFF2-40B4-BE49-F238E27FC236}">
                <a16:creationId xmlns:a16="http://schemas.microsoft.com/office/drawing/2014/main" id="{D8B81B48-C570-E704-1C87-FEBE20D87BF9}"/>
              </a:ext>
            </a:extLst>
          </p:cNvPr>
          <p:cNvSpPr/>
          <p:nvPr/>
        </p:nvSpPr>
        <p:spPr>
          <a:xfrm>
            <a:off x="464738" y="3005399"/>
            <a:ext cx="11290852" cy="1492216"/>
          </a:xfrm>
          <a:prstGeom prst="roundRect">
            <a:avLst>
              <a:gd name="adj" fmla="val 6667"/>
            </a:avLst>
          </a:prstGeom>
          <a:solidFill>
            <a:srgbClr val="2C4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2" name="!!model">
            <a:extLst>
              <a:ext uri="{FF2B5EF4-FFF2-40B4-BE49-F238E27FC236}">
                <a16:creationId xmlns:a16="http://schemas.microsoft.com/office/drawing/2014/main" id="{79B493F0-0FCE-E4F8-46C1-82B04D05433E}"/>
              </a:ext>
            </a:extLst>
          </p:cNvPr>
          <p:cNvSpPr/>
          <p:nvPr/>
        </p:nvSpPr>
        <p:spPr>
          <a:xfrm>
            <a:off x="1681627" y="3077505"/>
            <a:ext cx="9979371" cy="1343717"/>
          </a:xfrm>
          <a:prstGeom prst="roundRect">
            <a:avLst>
              <a:gd name="adj" fmla="val 66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3" name="BG-Block">
            <a:extLst>
              <a:ext uri="{FF2B5EF4-FFF2-40B4-BE49-F238E27FC236}">
                <a16:creationId xmlns:a16="http://schemas.microsoft.com/office/drawing/2014/main" id="{C5C589FE-F18F-61A9-668D-54D01F46820B}"/>
              </a:ext>
            </a:extLst>
          </p:cNvPr>
          <p:cNvSpPr/>
          <p:nvPr/>
        </p:nvSpPr>
        <p:spPr>
          <a:xfrm rot="5400000">
            <a:off x="10456153" y="3317713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4" name="BG-Block">
            <a:extLst>
              <a:ext uri="{FF2B5EF4-FFF2-40B4-BE49-F238E27FC236}">
                <a16:creationId xmlns:a16="http://schemas.microsoft.com/office/drawing/2014/main" id="{44AA3049-608C-7436-7F33-44D1DDC3BEF6}"/>
              </a:ext>
            </a:extLst>
          </p:cNvPr>
          <p:cNvSpPr/>
          <p:nvPr/>
        </p:nvSpPr>
        <p:spPr>
          <a:xfrm rot="5400000">
            <a:off x="9458555" y="3317713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5" name="BG-Block">
            <a:extLst>
              <a:ext uri="{FF2B5EF4-FFF2-40B4-BE49-F238E27FC236}">
                <a16:creationId xmlns:a16="http://schemas.microsoft.com/office/drawing/2014/main" id="{8E4E7B09-46B5-D958-2893-E5C892A59CB2}"/>
              </a:ext>
            </a:extLst>
          </p:cNvPr>
          <p:cNvSpPr/>
          <p:nvPr/>
        </p:nvSpPr>
        <p:spPr>
          <a:xfrm rot="5400000">
            <a:off x="8466035" y="3317713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6" name="BG-Block">
            <a:extLst>
              <a:ext uri="{FF2B5EF4-FFF2-40B4-BE49-F238E27FC236}">
                <a16:creationId xmlns:a16="http://schemas.microsoft.com/office/drawing/2014/main" id="{2FA85AD3-BA62-9A4A-C9E7-B432C3645E44}"/>
              </a:ext>
            </a:extLst>
          </p:cNvPr>
          <p:cNvSpPr/>
          <p:nvPr/>
        </p:nvSpPr>
        <p:spPr>
          <a:xfrm rot="5400000">
            <a:off x="6550088" y="3317713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7" name="BG-Block">
            <a:extLst>
              <a:ext uri="{FF2B5EF4-FFF2-40B4-BE49-F238E27FC236}">
                <a16:creationId xmlns:a16="http://schemas.microsoft.com/office/drawing/2014/main" id="{B99A9846-8955-7626-F6FB-1DCC120F290B}"/>
              </a:ext>
            </a:extLst>
          </p:cNvPr>
          <p:cNvSpPr/>
          <p:nvPr/>
        </p:nvSpPr>
        <p:spPr>
          <a:xfrm rot="5400000">
            <a:off x="2140233" y="2806184"/>
            <a:ext cx="1240794" cy="1885418"/>
          </a:xfrm>
          <a:prstGeom prst="roundRect">
            <a:avLst>
              <a:gd name="adj" fmla="val 10987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8" name="BG-Block">
            <a:extLst>
              <a:ext uri="{FF2B5EF4-FFF2-40B4-BE49-F238E27FC236}">
                <a16:creationId xmlns:a16="http://schemas.microsoft.com/office/drawing/2014/main" id="{9DD64877-E706-B667-5526-14CC83181AD0}"/>
              </a:ext>
            </a:extLst>
          </p:cNvPr>
          <p:cNvSpPr/>
          <p:nvPr/>
        </p:nvSpPr>
        <p:spPr>
          <a:xfrm rot="5400000">
            <a:off x="3648337" y="3317713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9" name="BG-Block">
            <a:extLst>
              <a:ext uri="{FF2B5EF4-FFF2-40B4-BE49-F238E27FC236}">
                <a16:creationId xmlns:a16="http://schemas.microsoft.com/office/drawing/2014/main" id="{FB07A77C-57EE-D77E-F6E9-968FD40F9CC7}"/>
              </a:ext>
            </a:extLst>
          </p:cNvPr>
          <p:cNvSpPr/>
          <p:nvPr/>
        </p:nvSpPr>
        <p:spPr>
          <a:xfrm rot="5400000">
            <a:off x="4645791" y="3317713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Textfeld fold1">
                <a:extLst>
                  <a:ext uri="{FF2B5EF4-FFF2-40B4-BE49-F238E27FC236}">
                    <a16:creationId xmlns:a16="http://schemas.microsoft.com/office/drawing/2014/main" id="{F4729C70-CBDB-00D2-1B5C-39E2197EB4B2}"/>
                  </a:ext>
                </a:extLst>
              </p:cNvPr>
              <p:cNvSpPr txBox="1"/>
              <p:nvPr/>
            </p:nvSpPr>
            <p:spPr>
              <a:xfrm>
                <a:off x="2960397" y="3103849"/>
                <a:ext cx="6474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0" name="Textfeld fold1">
                <a:extLst>
                  <a:ext uri="{FF2B5EF4-FFF2-40B4-BE49-F238E27FC236}">
                    <a16:creationId xmlns:a16="http://schemas.microsoft.com/office/drawing/2014/main" id="{F4729C70-CBDB-00D2-1B5C-39E2197EB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397" y="3103849"/>
                <a:ext cx="647421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1" name="Textfeld fold1">
                <a:extLst>
                  <a:ext uri="{FF2B5EF4-FFF2-40B4-BE49-F238E27FC236}">
                    <a16:creationId xmlns:a16="http://schemas.microsoft.com/office/drawing/2014/main" id="{177A68E7-B992-2332-C5BF-2FCA2D5107E1}"/>
                  </a:ext>
                </a:extLst>
              </p:cNvPr>
              <p:cNvSpPr txBox="1"/>
              <p:nvPr/>
            </p:nvSpPr>
            <p:spPr>
              <a:xfrm>
                <a:off x="2008597" y="3126292"/>
                <a:ext cx="54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1" name="Textfeld fold1">
                <a:extLst>
                  <a:ext uri="{FF2B5EF4-FFF2-40B4-BE49-F238E27FC236}">
                    <a16:creationId xmlns:a16="http://schemas.microsoft.com/office/drawing/2014/main" id="{177A68E7-B992-2332-C5BF-2FCA2D510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597" y="3126292"/>
                <a:ext cx="541623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2" name="Textfeld fold1">
                <a:extLst>
                  <a:ext uri="{FF2B5EF4-FFF2-40B4-BE49-F238E27FC236}">
                    <a16:creationId xmlns:a16="http://schemas.microsoft.com/office/drawing/2014/main" id="{FA1627FE-3EAC-142E-77B7-4987AC55FFDB}"/>
                  </a:ext>
                </a:extLst>
              </p:cNvPr>
              <p:cNvSpPr txBox="1"/>
              <p:nvPr/>
            </p:nvSpPr>
            <p:spPr>
              <a:xfrm>
                <a:off x="1987316" y="3379162"/>
                <a:ext cx="618503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2" name="Textfeld fold1">
                <a:extLst>
                  <a:ext uri="{FF2B5EF4-FFF2-40B4-BE49-F238E27FC236}">
                    <a16:creationId xmlns:a16="http://schemas.microsoft.com/office/drawing/2014/main" id="{FA1627FE-3EAC-142E-77B7-4987AC55F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316" y="3379162"/>
                <a:ext cx="618503" cy="41351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3" name="Textfeld fold1">
                <a:extLst>
                  <a:ext uri="{FF2B5EF4-FFF2-40B4-BE49-F238E27FC236}">
                    <a16:creationId xmlns:a16="http://schemas.microsoft.com/office/drawing/2014/main" id="{786B1010-3C10-18C5-7C23-606F3FCD6095}"/>
                  </a:ext>
                </a:extLst>
              </p:cNvPr>
              <p:cNvSpPr txBox="1"/>
              <p:nvPr/>
            </p:nvSpPr>
            <p:spPr>
              <a:xfrm>
                <a:off x="1990610" y="3683051"/>
                <a:ext cx="632930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3" name="Textfeld fold1">
                <a:extLst>
                  <a:ext uri="{FF2B5EF4-FFF2-40B4-BE49-F238E27FC236}">
                    <a16:creationId xmlns:a16="http://schemas.microsoft.com/office/drawing/2014/main" id="{786B1010-3C10-18C5-7C23-606F3FCD6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610" y="3683051"/>
                <a:ext cx="632930" cy="41351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4" name="Textfeld fold1">
                <a:extLst>
                  <a:ext uri="{FF2B5EF4-FFF2-40B4-BE49-F238E27FC236}">
                    <a16:creationId xmlns:a16="http://schemas.microsoft.com/office/drawing/2014/main" id="{A7E13C8B-20CE-7C79-2279-75A89EC78F52}"/>
                  </a:ext>
                </a:extLst>
              </p:cNvPr>
              <p:cNvSpPr txBox="1"/>
              <p:nvPr/>
            </p:nvSpPr>
            <p:spPr>
              <a:xfrm>
                <a:off x="1997734" y="3994681"/>
                <a:ext cx="604075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4" name="Textfeld fold1">
                <a:extLst>
                  <a:ext uri="{FF2B5EF4-FFF2-40B4-BE49-F238E27FC236}">
                    <a16:creationId xmlns:a16="http://schemas.microsoft.com/office/drawing/2014/main" id="{A7E13C8B-20CE-7C79-2279-75A89EC78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734" y="3994681"/>
                <a:ext cx="604075" cy="41351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5" name="Textfeld fold1">
                <a:extLst>
                  <a:ext uri="{FF2B5EF4-FFF2-40B4-BE49-F238E27FC236}">
                    <a16:creationId xmlns:a16="http://schemas.microsoft.com/office/drawing/2014/main" id="{024891DA-8FFB-8435-D60B-672EE9885CE6}"/>
                  </a:ext>
                </a:extLst>
              </p:cNvPr>
              <p:cNvSpPr txBox="1"/>
              <p:nvPr/>
            </p:nvSpPr>
            <p:spPr>
              <a:xfrm>
                <a:off x="6849233" y="3103849"/>
                <a:ext cx="5881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5" name="Textfeld fold1">
                <a:extLst>
                  <a:ext uri="{FF2B5EF4-FFF2-40B4-BE49-F238E27FC236}">
                    <a16:creationId xmlns:a16="http://schemas.microsoft.com/office/drawing/2014/main" id="{024891DA-8FFB-8435-D60B-672EE9885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233" y="3103849"/>
                <a:ext cx="588110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6" name="Textfeld fold1">
                <a:extLst>
                  <a:ext uri="{FF2B5EF4-FFF2-40B4-BE49-F238E27FC236}">
                    <a16:creationId xmlns:a16="http://schemas.microsoft.com/office/drawing/2014/main" id="{2E1828C1-4675-DFD8-E88D-66EDFDDE42E8}"/>
                  </a:ext>
                </a:extLst>
              </p:cNvPr>
              <p:cNvSpPr txBox="1"/>
              <p:nvPr/>
            </p:nvSpPr>
            <p:spPr>
              <a:xfrm>
                <a:off x="8579226" y="3075982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6" name="Textfeld fold1">
                <a:extLst>
                  <a:ext uri="{FF2B5EF4-FFF2-40B4-BE49-F238E27FC236}">
                    <a16:creationId xmlns:a16="http://schemas.microsoft.com/office/drawing/2014/main" id="{2E1828C1-4675-DFD8-E88D-66EDFDDE4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226" y="3075982"/>
                <a:ext cx="102463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7" name="Textfeld fold1">
                <a:extLst>
                  <a:ext uri="{FF2B5EF4-FFF2-40B4-BE49-F238E27FC236}">
                    <a16:creationId xmlns:a16="http://schemas.microsoft.com/office/drawing/2014/main" id="{DA6CC2B4-1B69-690E-A5A0-6C682B7D7DEB}"/>
                  </a:ext>
                </a:extLst>
              </p:cNvPr>
              <p:cNvSpPr txBox="1"/>
              <p:nvPr/>
            </p:nvSpPr>
            <p:spPr>
              <a:xfrm>
                <a:off x="9582432" y="3079999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7" name="Textfeld fold1">
                <a:extLst>
                  <a:ext uri="{FF2B5EF4-FFF2-40B4-BE49-F238E27FC236}">
                    <a16:creationId xmlns:a16="http://schemas.microsoft.com/office/drawing/2014/main" id="{DA6CC2B4-1B69-690E-A5A0-6C682B7D7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432" y="3079999"/>
                <a:ext cx="102463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8" name="Textfeld fold1">
                <a:extLst>
                  <a:ext uri="{FF2B5EF4-FFF2-40B4-BE49-F238E27FC236}">
                    <a16:creationId xmlns:a16="http://schemas.microsoft.com/office/drawing/2014/main" id="{55785A27-BC57-3125-971C-CFE9C34FA407}"/>
                  </a:ext>
                </a:extLst>
              </p:cNvPr>
              <p:cNvSpPr txBox="1"/>
              <p:nvPr/>
            </p:nvSpPr>
            <p:spPr>
              <a:xfrm>
                <a:off x="10825834" y="3083297"/>
                <a:ext cx="4256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8" name="Textfeld fold1">
                <a:extLst>
                  <a:ext uri="{FF2B5EF4-FFF2-40B4-BE49-F238E27FC236}">
                    <a16:creationId xmlns:a16="http://schemas.microsoft.com/office/drawing/2014/main" id="{55785A27-BC57-3125-971C-CFE9C34FA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834" y="3083297"/>
                <a:ext cx="425692" cy="369332"/>
              </a:xfrm>
              <a:prstGeom prst="rect">
                <a:avLst/>
              </a:prstGeom>
              <a:blipFill>
                <a:blip r:embed="rId23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9" name="Textfeld fold1">
                <a:extLst>
                  <a:ext uri="{FF2B5EF4-FFF2-40B4-BE49-F238E27FC236}">
                    <a16:creationId xmlns:a16="http://schemas.microsoft.com/office/drawing/2014/main" id="{90D2F5AD-671F-237F-2402-E155F168CC8D}"/>
                  </a:ext>
                </a:extLst>
              </p:cNvPr>
              <p:cNvSpPr txBox="1"/>
              <p:nvPr/>
            </p:nvSpPr>
            <p:spPr>
              <a:xfrm>
                <a:off x="3918772" y="3096916"/>
                <a:ext cx="6474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9" name="Textfeld fold1">
                <a:extLst>
                  <a:ext uri="{FF2B5EF4-FFF2-40B4-BE49-F238E27FC236}">
                    <a16:creationId xmlns:a16="http://schemas.microsoft.com/office/drawing/2014/main" id="{90D2F5AD-671F-237F-2402-E155F168C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772" y="3096916"/>
                <a:ext cx="64742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" name="Textfeld fold1">
                <a:extLst>
                  <a:ext uri="{FF2B5EF4-FFF2-40B4-BE49-F238E27FC236}">
                    <a16:creationId xmlns:a16="http://schemas.microsoft.com/office/drawing/2014/main" id="{DBA52EAE-3FEC-41EC-CB99-900219C7580E}"/>
                  </a:ext>
                </a:extLst>
              </p:cNvPr>
              <p:cNvSpPr txBox="1"/>
              <p:nvPr/>
            </p:nvSpPr>
            <p:spPr>
              <a:xfrm>
                <a:off x="4916472" y="3094959"/>
                <a:ext cx="6474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50" name="Textfeld fold1">
                <a:extLst>
                  <a:ext uri="{FF2B5EF4-FFF2-40B4-BE49-F238E27FC236}">
                    <a16:creationId xmlns:a16="http://schemas.microsoft.com/office/drawing/2014/main" id="{DBA52EAE-3FEC-41EC-CB99-900219C75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472" y="3094959"/>
                <a:ext cx="647421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1" name="Textfeld fold1">
                <a:extLst>
                  <a:ext uri="{FF2B5EF4-FFF2-40B4-BE49-F238E27FC236}">
                    <a16:creationId xmlns:a16="http://schemas.microsoft.com/office/drawing/2014/main" id="{D3CB9B88-BB6B-732F-FE8F-1F8893568F02}"/>
                  </a:ext>
                </a:extLst>
              </p:cNvPr>
              <p:cNvSpPr txBox="1"/>
              <p:nvPr/>
            </p:nvSpPr>
            <p:spPr>
              <a:xfrm>
                <a:off x="436409" y="3481708"/>
                <a:ext cx="12318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sz="3200" b="1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51" name="Textfeld fold1">
                <a:extLst>
                  <a:ext uri="{FF2B5EF4-FFF2-40B4-BE49-F238E27FC236}">
                    <a16:creationId xmlns:a16="http://schemas.microsoft.com/office/drawing/2014/main" id="{D3CB9B88-BB6B-732F-FE8F-1F8893568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09" y="3481708"/>
                <a:ext cx="1231812" cy="58477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2" name="Data entry 8">
            <a:extLst>
              <a:ext uri="{FF2B5EF4-FFF2-40B4-BE49-F238E27FC236}">
                <a16:creationId xmlns:a16="http://schemas.microsoft.com/office/drawing/2014/main" id="{C219F75E-1525-A0B5-AF4A-059DB5F26797}"/>
              </a:ext>
            </a:extLst>
          </p:cNvPr>
          <p:cNvSpPr>
            <a:spLocks noChangeAspect="1"/>
          </p:cNvSpPr>
          <p:nvPr/>
        </p:nvSpPr>
        <p:spPr>
          <a:xfrm>
            <a:off x="5109487" y="4060280"/>
            <a:ext cx="272677" cy="258301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53" name="Data entry 8">
            <a:extLst>
              <a:ext uri="{FF2B5EF4-FFF2-40B4-BE49-F238E27FC236}">
                <a16:creationId xmlns:a16="http://schemas.microsoft.com/office/drawing/2014/main" id="{ED2FAC80-961A-B27A-24A1-21C3E8BB625E}"/>
              </a:ext>
            </a:extLst>
          </p:cNvPr>
          <p:cNvSpPr>
            <a:spLocks noChangeAspect="1"/>
          </p:cNvSpPr>
          <p:nvPr/>
        </p:nvSpPr>
        <p:spPr>
          <a:xfrm>
            <a:off x="4114847" y="4071613"/>
            <a:ext cx="272677" cy="258301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54" name="Data entry 3">
            <a:extLst>
              <a:ext uri="{FF2B5EF4-FFF2-40B4-BE49-F238E27FC236}">
                <a16:creationId xmlns:a16="http://schemas.microsoft.com/office/drawing/2014/main" id="{84344135-CA79-5394-1769-42913A045B22}"/>
              </a:ext>
            </a:extLst>
          </p:cNvPr>
          <p:cNvSpPr>
            <a:spLocks noChangeAspect="1"/>
          </p:cNvSpPr>
          <p:nvPr/>
        </p:nvSpPr>
        <p:spPr>
          <a:xfrm>
            <a:off x="3118664" y="4067593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4450F4C4-3FF6-D9D0-8284-CA29F7D478A4}"/>
              </a:ext>
            </a:extLst>
          </p:cNvPr>
          <p:cNvSpPr>
            <a:spLocks noChangeAspect="1"/>
          </p:cNvSpPr>
          <p:nvPr/>
        </p:nvSpPr>
        <p:spPr>
          <a:xfrm>
            <a:off x="6036978" y="4148221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1AA148A6-300C-8C13-CB4F-261C34372DCE}"/>
              </a:ext>
            </a:extLst>
          </p:cNvPr>
          <p:cNvSpPr>
            <a:spLocks noChangeAspect="1"/>
          </p:cNvSpPr>
          <p:nvPr/>
        </p:nvSpPr>
        <p:spPr>
          <a:xfrm>
            <a:off x="6184031" y="4148221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B1AD9758-97FB-A5F0-9503-334856A8893F}"/>
              </a:ext>
            </a:extLst>
          </p:cNvPr>
          <p:cNvSpPr>
            <a:spLocks noChangeAspect="1"/>
          </p:cNvSpPr>
          <p:nvPr/>
        </p:nvSpPr>
        <p:spPr>
          <a:xfrm>
            <a:off x="6331084" y="4145669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8" name="Data entry 3">
            <a:extLst>
              <a:ext uri="{FF2B5EF4-FFF2-40B4-BE49-F238E27FC236}">
                <a16:creationId xmlns:a16="http://schemas.microsoft.com/office/drawing/2014/main" id="{B9D05F7E-18A2-A58B-E328-BFA79C7D2D67}"/>
              </a:ext>
            </a:extLst>
          </p:cNvPr>
          <p:cNvSpPr>
            <a:spLocks noChangeAspect="1"/>
          </p:cNvSpPr>
          <p:nvPr/>
        </p:nvSpPr>
        <p:spPr>
          <a:xfrm>
            <a:off x="7018035" y="4067593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37132C87-BABC-CAB8-2842-A475A810AD65}"/>
              </a:ext>
            </a:extLst>
          </p:cNvPr>
          <p:cNvSpPr>
            <a:spLocks noChangeAspect="1"/>
          </p:cNvSpPr>
          <p:nvPr/>
        </p:nvSpPr>
        <p:spPr>
          <a:xfrm>
            <a:off x="7962143" y="4148221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8A96FC82-19BF-4D5B-AE7F-CF37CEA99F01}"/>
              </a:ext>
            </a:extLst>
          </p:cNvPr>
          <p:cNvSpPr>
            <a:spLocks noChangeAspect="1"/>
          </p:cNvSpPr>
          <p:nvPr/>
        </p:nvSpPr>
        <p:spPr>
          <a:xfrm>
            <a:off x="8109196" y="4148221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CE2995AD-AE0C-0B10-91C0-74562BA28021}"/>
              </a:ext>
            </a:extLst>
          </p:cNvPr>
          <p:cNvSpPr>
            <a:spLocks noChangeAspect="1"/>
          </p:cNvSpPr>
          <p:nvPr/>
        </p:nvSpPr>
        <p:spPr>
          <a:xfrm>
            <a:off x="8256249" y="4145669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2" name="Data entry 3">
            <a:extLst>
              <a:ext uri="{FF2B5EF4-FFF2-40B4-BE49-F238E27FC236}">
                <a16:creationId xmlns:a16="http://schemas.microsoft.com/office/drawing/2014/main" id="{62D0176B-30CC-9C82-34DE-B538752C1D22}"/>
              </a:ext>
            </a:extLst>
          </p:cNvPr>
          <p:cNvSpPr>
            <a:spLocks noChangeAspect="1"/>
          </p:cNvSpPr>
          <p:nvPr/>
        </p:nvSpPr>
        <p:spPr>
          <a:xfrm>
            <a:off x="8926575" y="4068683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63" name="Data entry 3">
            <a:extLst>
              <a:ext uri="{FF2B5EF4-FFF2-40B4-BE49-F238E27FC236}">
                <a16:creationId xmlns:a16="http://schemas.microsoft.com/office/drawing/2014/main" id="{6845C245-DB4B-5371-84D3-82623A512819}"/>
              </a:ext>
            </a:extLst>
          </p:cNvPr>
          <p:cNvSpPr>
            <a:spLocks noChangeAspect="1"/>
          </p:cNvSpPr>
          <p:nvPr/>
        </p:nvSpPr>
        <p:spPr>
          <a:xfrm>
            <a:off x="9925458" y="4055396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64" name="Data entry 3">
            <a:extLst>
              <a:ext uri="{FF2B5EF4-FFF2-40B4-BE49-F238E27FC236}">
                <a16:creationId xmlns:a16="http://schemas.microsoft.com/office/drawing/2014/main" id="{99DE7DFF-9143-295C-4214-863689E50C15}"/>
              </a:ext>
            </a:extLst>
          </p:cNvPr>
          <p:cNvSpPr>
            <a:spLocks noChangeAspect="1"/>
          </p:cNvSpPr>
          <p:nvPr/>
        </p:nvSpPr>
        <p:spPr>
          <a:xfrm>
            <a:off x="10919726" y="4055396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65" name="Data entry 7">
            <a:extLst>
              <a:ext uri="{FF2B5EF4-FFF2-40B4-BE49-F238E27FC236}">
                <a16:creationId xmlns:a16="http://schemas.microsoft.com/office/drawing/2014/main" id="{ED1FEC0F-A91F-E143-0A00-613265FE117D}"/>
              </a:ext>
            </a:extLst>
          </p:cNvPr>
          <p:cNvSpPr>
            <a:spLocks noChangeAspect="1"/>
          </p:cNvSpPr>
          <p:nvPr/>
        </p:nvSpPr>
        <p:spPr>
          <a:xfrm>
            <a:off x="5113199" y="3727556"/>
            <a:ext cx="272677" cy="258301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66" name="Data entry 7">
            <a:extLst>
              <a:ext uri="{FF2B5EF4-FFF2-40B4-BE49-F238E27FC236}">
                <a16:creationId xmlns:a16="http://schemas.microsoft.com/office/drawing/2014/main" id="{31E727FC-AAFD-B946-0112-ECEC4B5D37DC}"/>
              </a:ext>
            </a:extLst>
          </p:cNvPr>
          <p:cNvSpPr>
            <a:spLocks noChangeAspect="1"/>
          </p:cNvSpPr>
          <p:nvPr/>
        </p:nvSpPr>
        <p:spPr>
          <a:xfrm>
            <a:off x="4118559" y="3738891"/>
            <a:ext cx="272677" cy="258301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67" name="Data entry 2">
            <a:extLst>
              <a:ext uri="{FF2B5EF4-FFF2-40B4-BE49-F238E27FC236}">
                <a16:creationId xmlns:a16="http://schemas.microsoft.com/office/drawing/2014/main" id="{091D7865-9D98-69E1-B1A7-A8B74FEB70F4}"/>
              </a:ext>
            </a:extLst>
          </p:cNvPr>
          <p:cNvSpPr>
            <a:spLocks noChangeAspect="1"/>
          </p:cNvSpPr>
          <p:nvPr/>
        </p:nvSpPr>
        <p:spPr>
          <a:xfrm>
            <a:off x="3118664" y="3737311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68" name="Oval 467">
            <a:extLst>
              <a:ext uri="{FF2B5EF4-FFF2-40B4-BE49-F238E27FC236}">
                <a16:creationId xmlns:a16="http://schemas.microsoft.com/office/drawing/2014/main" id="{4E6C06D4-0A59-F936-647D-1661260376DF}"/>
              </a:ext>
            </a:extLst>
          </p:cNvPr>
          <p:cNvSpPr>
            <a:spLocks noChangeAspect="1"/>
          </p:cNvSpPr>
          <p:nvPr/>
        </p:nvSpPr>
        <p:spPr>
          <a:xfrm>
            <a:off x="6040690" y="3817939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9" name="Oval 468">
            <a:extLst>
              <a:ext uri="{FF2B5EF4-FFF2-40B4-BE49-F238E27FC236}">
                <a16:creationId xmlns:a16="http://schemas.microsoft.com/office/drawing/2014/main" id="{EDD35C43-9A62-3F31-65B2-7ADA29FF42D4}"/>
              </a:ext>
            </a:extLst>
          </p:cNvPr>
          <p:cNvSpPr>
            <a:spLocks noChangeAspect="1"/>
          </p:cNvSpPr>
          <p:nvPr/>
        </p:nvSpPr>
        <p:spPr>
          <a:xfrm>
            <a:off x="6187743" y="3817939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0" name="Oval 469">
            <a:extLst>
              <a:ext uri="{FF2B5EF4-FFF2-40B4-BE49-F238E27FC236}">
                <a16:creationId xmlns:a16="http://schemas.microsoft.com/office/drawing/2014/main" id="{033F8D43-8C51-5B74-81E4-FDAC7846C0D0}"/>
              </a:ext>
            </a:extLst>
          </p:cNvPr>
          <p:cNvSpPr>
            <a:spLocks noChangeAspect="1"/>
          </p:cNvSpPr>
          <p:nvPr/>
        </p:nvSpPr>
        <p:spPr>
          <a:xfrm>
            <a:off x="6334796" y="3815387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1" name="Data entry 2">
            <a:extLst>
              <a:ext uri="{FF2B5EF4-FFF2-40B4-BE49-F238E27FC236}">
                <a16:creationId xmlns:a16="http://schemas.microsoft.com/office/drawing/2014/main" id="{DD66FD48-EBEB-295A-5097-F81D9946B23B}"/>
              </a:ext>
            </a:extLst>
          </p:cNvPr>
          <p:cNvSpPr>
            <a:spLocks noChangeAspect="1"/>
          </p:cNvSpPr>
          <p:nvPr/>
        </p:nvSpPr>
        <p:spPr>
          <a:xfrm>
            <a:off x="7018035" y="3737311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72" name="Oval 471">
            <a:extLst>
              <a:ext uri="{FF2B5EF4-FFF2-40B4-BE49-F238E27FC236}">
                <a16:creationId xmlns:a16="http://schemas.microsoft.com/office/drawing/2014/main" id="{A2B71AE2-275B-3337-2099-6E5BE96D0EA6}"/>
              </a:ext>
            </a:extLst>
          </p:cNvPr>
          <p:cNvSpPr>
            <a:spLocks noChangeAspect="1"/>
          </p:cNvSpPr>
          <p:nvPr/>
        </p:nvSpPr>
        <p:spPr>
          <a:xfrm>
            <a:off x="7965855" y="3817939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3" name="Oval 472">
            <a:extLst>
              <a:ext uri="{FF2B5EF4-FFF2-40B4-BE49-F238E27FC236}">
                <a16:creationId xmlns:a16="http://schemas.microsoft.com/office/drawing/2014/main" id="{F5FBCF6A-0A6F-6DE2-82A9-690FAA2A7976}"/>
              </a:ext>
            </a:extLst>
          </p:cNvPr>
          <p:cNvSpPr>
            <a:spLocks noChangeAspect="1"/>
          </p:cNvSpPr>
          <p:nvPr/>
        </p:nvSpPr>
        <p:spPr>
          <a:xfrm>
            <a:off x="8112908" y="3817939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2B33CCD7-B3F8-B434-7026-ADB778CF8A4E}"/>
              </a:ext>
            </a:extLst>
          </p:cNvPr>
          <p:cNvSpPr>
            <a:spLocks noChangeAspect="1"/>
          </p:cNvSpPr>
          <p:nvPr/>
        </p:nvSpPr>
        <p:spPr>
          <a:xfrm>
            <a:off x="8259961" y="3815387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5" name="Data entry 2">
            <a:extLst>
              <a:ext uri="{FF2B5EF4-FFF2-40B4-BE49-F238E27FC236}">
                <a16:creationId xmlns:a16="http://schemas.microsoft.com/office/drawing/2014/main" id="{F80A7641-2205-A8AE-76FA-106C7358EE72}"/>
              </a:ext>
            </a:extLst>
          </p:cNvPr>
          <p:cNvSpPr>
            <a:spLocks noChangeAspect="1"/>
          </p:cNvSpPr>
          <p:nvPr/>
        </p:nvSpPr>
        <p:spPr>
          <a:xfrm>
            <a:off x="8926575" y="3738401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76" name="Data entry 2">
            <a:extLst>
              <a:ext uri="{FF2B5EF4-FFF2-40B4-BE49-F238E27FC236}">
                <a16:creationId xmlns:a16="http://schemas.microsoft.com/office/drawing/2014/main" id="{E3509EB6-956E-78CC-7F24-5F4519DFEDD5}"/>
              </a:ext>
            </a:extLst>
          </p:cNvPr>
          <p:cNvSpPr>
            <a:spLocks noChangeAspect="1"/>
          </p:cNvSpPr>
          <p:nvPr/>
        </p:nvSpPr>
        <p:spPr>
          <a:xfrm>
            <a:off x="9925458" y="3725114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77" name="Data entry 2">
            <a:extLst>
              <a:ext uri="{FF2B5EF4-FFF2-40B4-BE49-F238E27FC236}">
                <a16:creationId xmlns:a16="http://schemas.microsoft.com/office/drawing/2014/main" id="{11E5067C-9BEB-C340-E83F-F9B53DFE79F0}"/>
              </a:ext>
            </a:extLst>
          </p:cNvPr>
          <p:cNvSpPr>
            <a:spLocks noChangeAspect="1"/>
          </p:cNvSpPr>
          <p:nvPr/>
        </p:nvSpPr>
        <p:spPr>
          <a:xfrm>
            <a:off x="10919726" y="3725114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78" name="Data entry 6">
            <a:extLst>
              <a:ext uri="{FF2B5EF4-FFF2-40B4-BE49-F238E27FC236}">
                <a16:creationId xmlns:a16="http://schemas.microsoft.com/office/drawing/2014/main" id="{4829191A-CAA8-01FF-32B1-E7E02DD4F91E}"/>
              </a:ext>
            </a:extLst>
          </p:cNvPr>
          <p:cNvSpPr>
            <a:spLocks noChangeAspect="1"/>
          </p:cNvSpPr>
          <p:nvPr/>
        </p:nvSpPr>
        <p:spPr>
          <a:xfrm>
            <a:off x="5109487" y="3416839"/>
            <a:ext cx="272677" cy="258301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79" name="Data entry 6">
            <a:extLst>
              <a:ext uri="{FF2B5EF4-FFF2-40B4-BE49-F238E27FC236}">
                <a16:creationId xmlns:a16="http://schemas.microsoft.com/office/drawing/2014/main" id="{D1D25694-1E68-3F39-EA55-0704ED6667E3}"/>
              </a:ext>
            </a:extLst>
          </p:cNvPr>
          <p:cNvSpPr>
            <a:spLocks noChangeAspect="1"/>
          </p:cNvSpPr>
          <p:nvPr/>
        </p:nvSpPr>
        <p:spPr>
          <a:xfrm>
            <a:off x="4114847" y="3428174"/>
            <a:ext cx="272677" cy="258301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80" name="Data entry 1">
            <a:extLst>
              <a:ext uri="{FF2B5EF4-FFF2-40B4-BE49-F238E27FC236}">
                <a16:creationId xmlns:a16="http://schemas.microsoft.com/office/drawing/2014/main" id="{A74BBD95-6D21-69E5-E6DA-DEB80C8BC59D}"/>
              </a:ext>
            </a:extLst>
          </p:cNvPr>
          <p:cNvSpPr>
            <a:spLocks noChangeAspect="1"/>
          </p:cNvSpPr>
          <p:nvPr/>
        </p:nvSpPr>
        <p:spPr>
          <a:xfrm>
            <a:off x="3118664" y="3429035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81AEEB0D-0545-89E0-4545-E086F2D9CBF6}"/>
              </a:ext>
            </a:extLst>
          </p:cNvPr>
          <p:cNvSpPr>
            <a:spLocks noChangeAspect="1"/>
          </p:cNvSpPr>
          <p:nvPr/>
        </p:nvSpPr>
        <p:spPr>
          <a:xfrm>
            <a:off x="6036978" y="3501895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4DAF8389-6066-2993-A713-FC86BA4C4602}"/>
              </a:ext>
            </a:extLst>
          </p:cNvPr>
          <p:cNvSpPr>
            <a:spLocks noChangeAspect="1"/>
          </p:cNvSpPr>
          <p:nvPr/>
        </p:nvSpPr>
        <p:spPr>
          <a:xfrm>
            <a:off x="6184031" y="3501895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5B7628DF-0012-2211-E9AB-C76B13C60F40}"/>
              </a:ext>
            </a:extLst>
          </p:cNvPr>
          <p:cNvSpPr>
            <a:spLocks noChangeAspect="1"/>
          </p:cNvSpPr>
          <p:nvPr/>
        </p:nvSpPr>
        <p:spPr>
          <a:xfrm>
            <a:off x="6331084" y="3499343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4" name="Data entry 1">
            <a:extLst>
              <a:ext uri="{FF2B5EF4-FFF2-40B4-BE49-F238E27FC236}">
                <a16:creationId xmlns:a16="http://schemas.microsoft.com/office/drawing/2014/main" id="{8151480A-7B7B-7FF8-732D-4B6909C68ABD}"/>
              </a:ext>
            </a:extLst>
          </p:cNvPr>
          <p:cNvSpPr>
            <a:spLocks noChangeAspect="1"/>
          </p:cNvSpPr>
          <p:nvPr/>
        </p:nvSpPr>
        <p:spPr>
          <a:xfrm>
            <a:off x="7018035" y="3429035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85" name="Oval 484">
            <a:extLst>
              <a:ext uri="{FF2B5EF4-FFF2-40B4-BE49-F238E27FC236}">
                <a16:creationId xmlns:a16="http://schemas.microsoft.com/office/drawing/2014/main" id="{9E44ED52-0EF0-87BA-5774-3AC9A18B6FE4}"/>
              </a:ext>
            </a:extLst>
          </p:cNvPr>
          <p:cNvSpPr>
            <a:spLocks noChangeAspect="1"/>
          </p:cNvSpPr>
          <p:nvPr/>
        </p:nvSpPr>
        <p:spPr>
          <a:xfrm>
            <a:off x="7962143" y="3501895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6" name="Oval 485">
            <a:extLst>
              <a:ext uri="{FF2B5EF4-FFF2-40B4-BE49-F238E27FC236}">
                <a16:creationId xmlns:a16="http://schemas.microsoft.com/office/drawing/2014/main" id="{63A6F0A4-F73E-CC8C-7049-4D3FDE7E5690}"/>
              </a:ext>
            </a:extLst>
          </p:cNvPr>
          <p:cNvSpPr>
            <a:spLocks noChangeAspect="1"/>
          </p:cNvSpPr>
          <p:nvPr/>
        </p:nvSpPr>
        <p:spPr>
          <a:xfrm>
            <a:off x="8109196" y="3501895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7" name="Oval 486">
            <a:extLst>
              <a:ext uri="{FF2B5EF4-FFF2-40B4-BE49-F238E27FC236}">
                <a16:creationId xmlns:a16="http://schemas.microsoft.com/office/drawing/2014/main" id="{E1910A07-19E1-2303-1DE7-210C2DF89FA1}"/>
              </a:ext>
            </a:extLst>
          </p:cNvPr>
          <p:cNvSpPr>
            <a:spLocks noChangeAspect="1"/>
          </p:cNvSpPr>
          <p:nvPr/>
        </p:nvSpPr>
        <p:spPr>
          <a:xfrm>
            <a:off x="8256249" y="3499343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8" name="Data entry 1">
            <a:extLst>
              <a:ext uri="{FF2B5EF4-FFF2-40B4-BE49-F238E27FC236}">
                <a16:creationId xmlns:a16="http://schemas.microsoft.com/office/drawing/2014/main" id="{89FE4ED6-803B-577E-2CE2-2720A6D1DE3F}"/>
              </a:ext>
            </a:extLst>
          </p:cNvPr>
          <p:cNvSpPr>
            <a:spLocks noChangeAspect="1"/>
          </p:cNvSpPr>
          <p:nvPr/>
        </p:nvSpPr>
        <p:spPr>
          <a:xfrm>
            <a:off x="8926575" y="3430125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89" name="Data entry 1">
            <a:extLst>
              <a:ext uri="{FF2B5EF4-FFF2-40B4-BE49-F238E27FC236}">
                <a16:creationId xmlns:a16="http://schemas.microsoft.com/office/drawing/2014/main" id="{B2FEE998-2A8E-A8A1-D777-A6467142B3DE}"/>
              </a:ext>
            </a:extLst>
          </p:cNvPr>
          <p:cNvSpPr>
            <a:spLocks noChangeAspect="1"/>
          </p:cNvSpPr>
          <p:nvPr/>
        </p:nvSpPr>
        <p:spPr>
          <a:xfrm>
            <a:off x="9925458" y="3416838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0" name="Data entry 1">
            <a:extLst>
              <a:ext uri="{FF2B5EF4-FFF2-40B4-BE49-F238E27FC236}">
                <a16:creationId xmlns:a16="http://schemas.microsoft.com/office/drawing/2014/main" id="{19C64428-624D-B5E7-F8F2-CA715D28CF53}"/>
              </a:ext>
            </a:extLst>
          </p:cNvPr>
          <p:cNvSpPr>
            <a:spLocks noChangeAspect="1"/>
          </p:cNvSpPr>
          <p:nvPr/>
        </p:nvSpPr>
        <p:spPr>
          <a:xfrm>
            <a:off x="10919726" y="3416838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2" name="!!model">
            <a:extLst>
              <a:ext uri="{FF2B5EF4-FFF2-40B4-BE49-F238E27FC236}">
                <a16:creationId xmlns:a16="http://schemas.microsoft.com/office/drawing/2014/main" id="{93DF20F1-A1E1-720E-092E-8718D5A0D89F}"/>
              </a:ext>
            </a:extLst>
          </p:cNvPr>
          <p:cNvSpPr/>
          <p:nvPr/>
        </p:nvSpPr>
        <p:spPr>
          <a:xfrm>
            <a:off x="464738" y="5027454"/>
            <a:ext cx="11290852" cy="1492216"/>
          </a:xfrm>
          <a:prstGeom prst="roundRect">
            <a:avLst>
              <a:gd name="adj" fmla="val 6667"/>
            </a:avLst>
          </a:prstGeom>
          <a:solidFill>
            <a:srgbClr val="2C4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3" name="!!model">
            <a:extLst>
              <a:ext uri="{FF2B5EF4-FFF2-40B4-BE49-F238E27FC236}">
                <a16:creationId xmlns:a16="http://schemas.microsoft.com/office/drawing/2014/main" id="{0FC668D2-8C96-FE0A-1C5C-629947A7F1B3}"/>
              </a:ext>
            </a:extLst>
          </p:cNvPr>
          <p:cNvSpPr/>
          <p:nvPr/>
        </p:nvSpPr>
        <p:spPr>
          <a:xfrm>
            <a:off x="1681627" y="5099560"/>
            <a:ext cx="9979371" cy="1343717"/>
          </a:xfrm>
          <a:prstGeom prst="roundRect">
            <a:avLst>
              <a:gd name="adj" fmla="val 66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4" name="BG-Block">
            <a:extLst>
              <a:ext uri="{FF2B5EF4-FFF2-40B4-BE49-F238E27FC236}">
                <a16:creationId xmlns:a16="http://schemas.microsoft.com/office/drawing/2014/main" id="{36AA563F-ACE2-C102-C40A-D2C6E8730DB8}"/>
              </a:ext>
            </a:extLst>
          </p:cNvPr>
          <p:cNvSpPr/>
          <p:nvPr/>
        </p:nvSpPr>
        <p:spPr>
          <a:xfrm rot="5400000">
            <a:off x="10456153" y="5339768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5" name="BG-Block">
            <a:extLst>
              <a:ext uri="{FF2B5EF4-FFF2-40B4-BE49-F238E27FC236}">
                <a16:creationId xmlns:a16="http://schemas.microsoft.com/office/drawing/2014/main" id="{DC507611-509A-C993-AE52-5582A910799A}"/>
              </a:ext>
            </a:extLst>
          </p:cNvPr>
          <p:cNvSpPr/>
          <p:nvPr/>
        </p:nvSpPr>
        <p:spPr>
          <a:xfrm rot="5400000">
            <a:off x="9458555" y="5339768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6" name="BG-Block">
            <a:extLst>
              <a:ext uri="{FF2B5EF4-FFF2-40B4-BE49-F238E27FC236}">
                <a16:creationId xmlns:a16="http://schemas.microsoft.com/office/drawing/2014/main" id="{1DF92754-9E73-7F90-B234-0BBF8EEA82E3}"/>
              </a:ext>
            </a:extLst>
          </p:cNvPr>
          <p:cNvSpPr/>
          <p:nvPr/>
        </p:nvSpPr>
        <p:spPr>
          <a:xfrm rot="5400000">
            <a:off x="8466035" y="5339768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7" name="BG-Block">
            <a:extLst>
              <a:ext uri="{FF2B5EF4-FFF2-40B4-BE49-F238E27FC236}">
                <a16:creationId xmlns:a16="http://schemas.microsoft.com/office/drawing/2014/main" id="{EA437C1F-3568-FEE9-8948-689C725D2720}"/>
              </a:ext>
            </a:extLst>
          </p:cNvPr>
          <p:cNvSpPr/>
          <p:nvPr/>
        </p:nvSpPr>
        <p:spPr>
          <a:xfrm rot="5400000">
            <a:off x="6550088" y="5339768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8" name="BG-Block">
            <a:extLst>
              <a:ext uri="{FF2B5EF4-FFF2-40B4-BE49-F238E27FC236}">
                <a16:creationId xmlns:a16="http://schemas.microsoft.com/office/drawing/2014/main" id="{50C07CED-1AEB-E2BC-8460-0DAE634D8210}"/>
              </a:ext>
            </a:extLst>
          </p:cNvPr>
          <p:cNvSpPr/>
          <p:nvPr/>
        </p:nvSpPr>
        <p:spPr>
          <a:xfrm rot="5400000">
            <a:off x="2140233" y="4828239"/>
            <a:ext cx="1240794" cy="1885418"/>
          </a:xfrm>
          <a:prstGeom prst="roundRect">
            <a:avLst>
              <a:gd name="adj" fmla="val 10987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9" name="BG-Block">
            <a:extLst>
              <a:ext uri="{FF2B5EF4-FFF2-40B4-BE49-F238E27FC236}">
                <a16:creationId xmlns:a16="http://schemas.microsoft.com/office/drawing/2014/main" id="{DE3A7E92-AC9C-F67A-FDE7-EF32762184C4}"/>
              </a:ext>
            </a:extLst>
          </p:cNvPr>
          <p:cNvSpPr/>
          <p:nvPr/>
        </p:nvSpPr>
        <p:spPr>
          <a:xfrm rot="5400000">
            <a:off x="3648337" y="5339768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00" name="BG-Block">
            <a:extLst>
              <a:ext uri="{FF2B5EF4-FFF2-40B4-BE49-F238E27FC236}">
                <a16:creationId xmlns:a16="http://schemas.microsoft.com/office/drawing/2014/main" id="{56B3CFA1-1CE3-DC0F-A2CD-8F84089B566F}"/>
              </a:ext>
            </a:extLst>
          </p:cNvPr>
          <p:cNvSpPr/>
          <p:nvPr/>
        </p:nvSpPr>
        <p:spPr>
          <a:xfrm rot="5400000">
            <a:off x="4645791" y="5339768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" name="Textfeld fold1">
                <a:extLst>
                  <a:ext uri="{FF2B5EF4-FFF2-40B4-BE49-F238E27FC236}">
                    <a16:creationId xmlns:a16="http://schemas.microsoft.com/office/drawing/2014/main" id="{4CF20136-84C5-1848-6F30-B56DEB67E1C9}"/>
                  </a:ext>
                </a:extLst>
              </p:cNvPr>
              <p:cNvSpPr txBox="1"/>
              <p:nvPr/>
            </p:nvSpPr>
            <p:spPr>
              <a:xfrm>
                <a:off x="2960397" y="5125904"/>
                <a:ext cx="6538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1" name="Textfeld fold1">
                <a:extLst>
                  <a:ext uri="{FF2B5EF4-FFF2-40B4-BE49-F238E27FC236}">
                    <a16:creationId xmlns:a16="http://schemas.microsoft.com/office/drawing/2014/main" id="{4CF20136-84C5-1848-6F30-B56DEB67E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397" y="5125904"/>
                <a:ext cx="653833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" name="Textfeld fold1">
                <a:extLst>
                  <a:ext uri="{FF2B5EF4-FFF2-40B4-BE49-F238E27FC236}">
                    <a16:creationId xmlns:a16="http://schemas.microsoft.com/office/drawing/2014/main" id="{4F1CBD1A-BCD7-D563-FB91-D66C8312871B}"/>
                  </a:ext>
                </a:extLst>
              </p:cNvPr>
              <p:cNvSpPr txBox="1"/>
              <p:nvPr/>
            </p:nvSpPr>
            <p:spPr>
              <a:xfrm>
                <a:off x="2009590" y="5150551"/>
                <a:ext cx="54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2" name="Textfeld fold1">
                <a:extLst>
                  <a:ext uri="{FF2B5EF4-FFF2-40B4-BE49-F238E27FC236}">
                    <a16:creationId xmlns:a16="http://schemas.microsoft.com/office/drawing/2014/main" id="{4F1CBD1A-BCD7-D563-FB91-D66C83128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590" y="5150551"/>
                <a:ext cx="541623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3" name="Textfeld fold1">
                <a:extLst>
                  <a:ext uri="{FF2B5EF4-FFF2-40B4-BE49-F238E27FC236}">
                    <a16:creationId xmlns:a16="http://schemas.microsoft.com/office/drawing/2014/main" id="{B32BA1B4-1473-0A5F-9409-152EE34CC72E}"/>
                  </a:ext>
                </a:extLst>
              </p:cNvPr>
              <p:cNvSpPr txBox="1"/>
              <p:nvPr/>
            </p:nvSpPr>
            <p:spPr>
              <a:xfrm>
                <a:off x="1987316" y="5401217"/>
                <a:ext cx="618503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3" name="Textfeld fold1">
                <a:extLst>
                  <a:ext uri="{FF2B5EF4-FFF2-40B4-BE49-F238E27FC236}">
                    <a16:creationId xmlns:a16="http://schemas.microsoft.com/office/drawing/2014/main" id="{B32BA1B4-1473-0A5F-9409-152EE34CC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316" y="5401217"/>
                <a:ext cx="618503" cy="41351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4" name="Textfeld fold1">
                <a:extLst>
                  <a:ext uri="{FF2B5EF4-FFF2-40B4-BE49-F238E27FC236}">
                    <a16:creationId xmlns:a16="http://schemas.microsoft.com/office/drawing/2014/main" id="{6F6C6620-54CD-6416-05E7-9CEF2C0DE28B}"/>
                  </a:ext>
                </a:extLst>
              </p:cNvPr>
              <p:cNvSpPr txBox="1"/>
              <p:nvPr/>
            </p:nvSpPr>
            <p:spPr>
              <a:xfrm>
                <a:off x="1990610" y="5705106"/>
                <a:ext cx="632930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4" name="Textfeld fold1">
                <a:extLst>
                  <a:ext uri="{FF2B5EF4-FFF2-40B4-BE49-F238E27FC236}">
                    <a16:creationId xmlns:a16="http://schemas.microsoft.com/office/drawing/2014/main" id="{6F6C6620-54CD-6416-05E7-9CEF2C0DE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610" y="5705106"/>
                <a:ext cx="632930" cy="41351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5" name="Textfeld fold1">
                <a:extLst>
                  <a:ext uri="{FF2B5EF4-FFF2-40B4-BE49-F238E27FC236}">
                    <a16:creationId xmlns:a16="http://schemas.microsoft.com/office/drawing/2014/main" id="{D094A6AB-E3E4-F0EC-E041-08E39B479F00}"/>
                  </a:ext>
                </a:extLst>
              </p:cNvPr>
              <p:cNvSpPr txBox="1"/>
              <p:nvPr/>
            </p:nvSpPr>
            <p:spPr>
              <a:xfrm>
                <a:off x="1997734" y="6016736"/>
                <a:ext cx="604075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5" name="Textfeld fold1">
                <a:extLst>
                  <a:ext uri="{FF2B5EF4-FFF2-40B4-BE49-F238E27FC236}">
                    <a16:creationId xmlns:a16="http://schemas.microsoft.com/office/drawing/2014/main" id="{D094A6AB-E3E4-F0EC-E041-08E39B479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734" y="6016736"/>
                <a:ext cx="604075" cy="41351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6" name="Textfeld fold1">
                <a:extLst>
                  <a:ext uri="{FF2B5EF4-FFF2-40B4-BE49-F238E27FC236}">
                    <a16:creationId xmlns:a16="http://schemas.microsoft.com/office/drawing/2014/main" id="{CFF83EC9-ABFC-7816-0670-8B1E9297346E}"/>
                  </a:ext>
                </a:extLst>
              </p:cNvPr>
              <p:cNvSpPr txBox="1"/>
              <p:nvPr/>
            </p:nvSpPr>
            <p:spPr>
              <a:xfrm>
                <a:off x="6849233" y="5125904"/>
                <a:ext cx="5945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6" name="Textfeld fold1">
                <a:extLst>
                  <a:ext uri="{FF2B5EF4-FFF2-40B4-BE49-F238E27FC236}">
                    <a16:creationId xmlns:a16="http://schemas.microsoft.com/office/drawing/2014/main" id="{CFF83EC9-ABFC-7816-0670-8B1E92973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233" y="5125904"/>
                <a:ext cx="594522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7" name="Textfeld fold1">
                <a:extLst>
                  <a:ext uri="{FF2B5EF4-FFF2-40B4-BE49-F238E27FC236}">
                    <a16:creationId xmlns:a16="http://schemas.microsoft.com/office/drawing/2014/main" id="{D7589B5C-1D77-F1F8-AE7A-FE257A306708}"/>
                  </a:ext>
                </a:extLst>
              </p:cNvPr>
              <p:cNvSpPr txBox="1"/>
              <p:nvPr/>
            </p:nvSpPr>
            <p:spPr>
              <a:xfrm>
                <a:off x="8579226" y="5098037"/>
                <a:ext cx="1031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7" name="Textfeld fold1">
                <a:extLst>
                  <a:ext uri="{FF2B5EF4-FFF2-40B4-BE49-F238E27FC236}">
                    <a16:creationId xmlns:a16="http://schemas.microsoft.com/office/drawing/2014/main" id="{D7589B5C-1D77-F1F8-AE7A-FE257A306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226" y="5098037"/>
                <a:ext cx="103105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8" name="Textfeld fold1">
                <a:extLst>
                  <a:ext uri="{FF2B5EF4-FFF2-40B4-BE49-F238E27FC236}">
                    <a16:creationId xmlns:a16="http://schemas.microsoft.com/office/drawing/2014/main" id="{26F03437-0CBD-7EE5-3F2C-336E29EB56BC}"/>
                  </a:ext>
                </a:extLst>
              </p:cNvPr>
              <p:cNvSpPr txBox="1"/>
              <p:nvPr/>
            </p:nvSpPr>
            <p:spPr>
              <a:xfrm>
                <a:off x="9582432" y="5102054"/>
                <a:ext cx="1031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8" name="Textfeld fold1">
                <a:extLst>
                  <a:ext uri="{FF2B5EF4-FFF2-40B4-BE49-F238E27FC236}">
                    <a16:creationId xmlns:a16="http://schemas.microsoft.com/office/drawing/2014/main" id="{26F03437-0CBD-7EE5-3F2C-336E29EB5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432" y="5102054"/>
                <a:ext cx="103105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9" name="Textfeld fold1">
                <a:extLst>
                  <a:ext uri="{FF2B5EF4-FFF2-40B4-BE49-F238E27FC236}">
                    <a16:creationId xmlns:a16="http://schemas.microsoft.com/office/drawing/2014/main" id="{9D78C0E4-CB4B-0C4D-3127-06C2391EFC70}"/>
                  </a:ext>
                </a:extLst>
              </p:cNvPr>
              <p:cNvSpPr txBox="1"/>
              <p:nvPr/>
            </p:nvSpPr>
            <p:spPr>
              <a:xfrm>
                <a:off x="10825834" y="5105352"/>
                <a:ext cx="4256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9" name="Textfeld fold1">
                <a:extLst>
                  <a:ext uri="{FF2B5EF4-FFF2-40B4-BE49-F238E27FC236}">
                    <a16:creationId xmlns:a16="http://schemas.microsoft.com/office/drawing/2014/main" id="{9D78C0E4-CB4B-0C4D-3127-06C2391EF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834" y="5105352"/>
                <a:ext cx="425692" cy="369332"/>
              </a:xfrm>
              <a:prstGeom prst="rect">
                <a:avLst/>
              </a:prstGeom>
              <a:blipFill>
                <a:blip r:embed="rId35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0" name="Textfeld fold1">
                <a:extLst>
                  <a:ext uri="{FF2B5EF4-FFF2-40B4-BE49-F238E27FC236}">
                    <a16:creationId xmlns:a16="http://schemas.microsoft.com/office/drawing/2014/main" id="{17E3365F-94E6-C160-DC9D-FAF75799DA17}"/>
                  </a:ext>
                </a:extLst>
              </p:cNvPr>
              <p:cNvSpPr txBox="1"/>
              <p:nvPr/>
            </p:nvSpPr>
            <p:spPr>
              <a:xfrm>
                <a:off x="3918772" y="5118971"/>
                <a:ext cx="6538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10" name="Textfeld fold1">
                <a:extLst>
                  <a:ext uri="{FF2B5EF4-FFF2-40B4-BE49-F238E27FC236}">
                    <a16:creationId xmlns:a16="http://schemas.microsoft.com/office/drawing/2014/main" id="{17E3365F-94E6-C160-DC9D-FAF75799D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772" y="5118971"/>
                <a:ext cx="653833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1" name="Textfeld fold1">
                <a:extLst>
                  <a:ext uri="{FF2B5EF4-FFF2-40B4-BE49-F238E27FC236}">
                    <a16:creationId xmlns:a16="http://schemas.microsoft.com/office/drawing/2014/main" id="{974F9934-23C0-55C7-E774-13BC2384813D}"/>
                  </a:ext>
                </a:extLst>
              </p:cNvPr>
              <p:cNvSpPr txBox="1"/>
              <p:nvPr/>
            </p:nvSpPr>
            <p:spPr>
              <a:xfrm>
                <a:off x="4916472" y="5117014"/>
                <a:ext cx="6538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11" name="Textfeld fold1">
                <a:extLst>
                  <a:ext uri="{FF2B5EF4-FFF2-40B4-BE49-F238E27FC236}">
                    <a16:creationId xmlns:a16="http://schemas.microsoft.com/office/drawing/2014/main" id="{974F9934-23C0-55C7-E774-13BC23848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472" y="5117014"/>
                <a:ext cx="653833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" name="Textfeld fold1">
                <a:extLst>
                  <a:ext uri="{FF2B5EF4-FFF2-40B4-BE49-F238E27FC236}">
                    <a16:creationId xmlns:a16="http://schemas.microsoft.com/office/drawing/2014/main" id="{0826D6E2-496B-1A9A-7821-07D1ABE8B53F}"/>
                  </a:ext>
                </a:extLst>
              </p:cNvPr>
              <p:cNvSpPr txBox="1"/>
              <p:nvPr/>
            </p:nvSpPr>
            <p:spPr>
              <a:xfrm>
                <a:off x="436409" y="5503763"/>
                <a:ext cx="124303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de-DE" sz="3200" b="1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12" name="Textfeld fold1">
                <a:extLst>
                  <a:ext uri="{FF2B5EF4-FFF2-40B4-BE49-F238E27FC236}">
                    <a16:creationId xmlns:a16="http://schemas.microsoft.com/office/drawing/2014/main" id="{0826D6E2-496B-1A9A-7821-07D1ABE8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09" y="5503763"/>
                <a:ext cx="1243033" cy="584775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3" name="Data entry 8">
            <a:extLst>
              <a:ext uri="{FF2B5EF4-FFF2-40B4-BE49-F238E27FC236}">
                <a16:creationId xmlns:a16="http://schemas.microsoft.com/office/drawing/2014/main" id="{95EED8CC-BB61-B06F-D771-97FE77350FED}"/>
              </a:ext>
            </a:extLst>
          </p:cNvPr>
          <p:cNvSpPr>
            <a:spLocks noChangeAspect="1"/>
          </p:cNvSpPr>
          <p:nvPr/>
        </p:nvSpPr>
        <p:spPr>
          <a:xfrm>
            <a:off x="5109487" y="6082335"/>
            <a:ext cx="272677" cy="258301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14" name="Data entry 8">
            <a:extLst>
              <a:ext uri="{FF2B5EF4-FFF2-40B4-BE49-F238E27FC236}">
                <a16:creationId xmlns:a16="http://schemas.microsoft.com/office/drawing/2014/main" id="{A24C93D9-30A2-8413-DAF7-EF7058900597}"/>
              </a:ext>
            </a:extLst>
          </p:cNvPr>
          <p:cNvSpPr>
            <a:spLocks noChangeAspect="1"/>
          </p:cNvSpPr>
          <p:nvPr/>
        </p:nvSpPr>
        <p:spPr>
          <a:xfrm>
            <a:off x="4114847" y="6093668"/>
            <a:ext cx="272677" cy="258301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15" name="Data entry 3">
            <a:extLst>
              <a:ext uri="{FF2B5EF4-FFF2-40B4-BE49-F238E27FC236}">
                <a16:creationId xmlns:a16="http://schemas.microsoft.com/office/drawing/2014/main" id="{57BA71BC-B649-9DF6-ADDF-097833CFAE62}"/>
              </a:ext>
            </a:extLst>
          </p:cNvPr>
          <p:cNvSpPr>
            <a:spLocks noChangeAspect="1"/>
          </p:cNvSpPr>
          <p:nvPr/>
        </p:nvSpPr>
        <p:spPr>
          <a:xfrm>
            <a:off x="3118664" y="6089648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16" name="Oval 515">
            <a:extLst>
              <a:ext uri="{FF2B5EF4-FFF2-40B4-BE49-F238E27FC236}">
                <a16:creationId xmlns:a16="http://schemas.microsoft.com/office/drawing/2014/main" id="{EA013BC3-2B9D-A990-A9D0-47AEDFB16268}"/>
              </a:ext>
            </a:extLst>
          </p:cNvPr>
          <p:cNvSpPr>
            <a:spLocks noChangeAspect="1"/>
          </p:cNvSpPr>
          <p:nvPr/>
        </p:nvSpPr>
        <p:spPr>
          <a:xfrm>
            <a:off x="6036978" y="617027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7" name="Oval 516">
            <a:extLst>
              <a:ext uri="{FF2B5EF4-FFF2-40B4-BE49-F238E27FC236}">
                <a16:creationId xmlns:a16="http://schemas.microsoft.com/office/drawing/2014/main" id="{E4DB613F-D6D9-4918-09AB-5CBD11EE6DAC}"/>
              </a:ext>
            </a:extLst>
          </p:cNvPr>
          <p:cNvSpPr>
            <a:spLocks noChangeAspect="1"/>
          </p:cNvSpPr>
          <p:nvPr/>
        </p:nvSpPr>
        <p:spPr>
          <a:xfrm>
            <a:off x="6184031" y="617027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1DB891CA-C88F-CBA9-BBA0-CC6BBE72F00F}"/>
              </a:ext>
            </a:extLst>
          </p:cNvPr>
          <p:cNvSpPr>
            <a:spLocks noChangeAspect="1"/>
          </p:cNvSpPr>
          <p:nvPr/>
        </p:nvSpPr>
        <p:spPr>
          <a:xfrm>
            <a:off x="6331084" y="616772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9" name="Data entry 3">
            <a:extLst>
              <a:ext uri="{FF2B5EF4-FFF2-40B4-BE49-F238E27FC236}">
                <a16:creationId xmlns:a16="http://schemas.microsoft.com/office/drawing/2014/main" id="{BA613987-6FC2-9F77-59FD-2942A8F21526}"/>
              </a:ext>
            </a:extLst>
          </p:cNvPr>
          <p:cNvSpPr>
            <a:spLocks noChangeAspect="1"/>
          </p:cNvSpPr>
          <p:nvPr/>
        </p:nvSpPr>
        <p:spPr>
          <a:xfrm>
            <a:off x="7018035" y="6089648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7AFB5F52-010F-2C76-D62D-7CF418E1E9C7}"/>
              </a:ext>
            </a:extLst>
          </p:cNvPr>
          <p:cNvSpPr>
            <a:spLocks noChangeAspect="1"/>
          </p:cNvSpPr>
          <p:nvPr/>
        </p:nvSpPr>
        <p:spPr>
          <a:xfrm>
            <a:off x="7962143" y="617027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1" name="Oval 520">
            <a:extLst>
              <a:ext uri="{FF2B5EF4-FFF2-40B4-BE49-F238E27FC236}">
                <a16:creationId xmlns:a16="http://schemas.microsoft.com/office/drawing/2014/main" id="{94F5E2CD-50FC-2830-CE0E-90EEC078EB8E}"/>
              </a:ext>
            </a:extLst>
          </p:cNvPr>
          <p:cNvSpPr>
            <a:spLocks noChangeAspect="1"/>
          </p:cNvSpPr>
          <p:nvPr/>
        </p:nvSpPr>
        <p:spPr>
          <a:xfrm>
            <a:off x="8109196" y="617027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2" name="Oval 521">
            <a:extLst>
              <a:ext uri="{FF2B5EF4-FFF2-40B4-BE49-F238E27FC236}">
                <a16:creationId xmlns:a16="http://schemas.microsoft.com/office/drawing/2014/main" id="{1C8C5F50-0AF1-2956-CC1D-BAC131D6F290}"/>
              </a:ext>
            </a:extLst>
          </p:cNvPr>
          <p:cNvSpPr>
            <a:spLocks noChangeAspect="1"/>
          </p:cNvSpPr>
          <p:nvPr/>
        </p:nvSpPr>
        <p:spPr>
          <a:xfrm>
            <a:off x="8256249" y="616772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3" name="Data entry 3">
            <a:extLst>
              <a:ext uri="{FF2B5EF4-FFF2-40B4-BE49-F238E27FC236}">
                <a16:creationId xmlns:a16="http://schemas.microsoft.com/office/drawing/2014/main" id="{91564ACC-538F-5A79-6D66-C2F71D4300BB}"/>
              </a:ext>
            </a:extLst>
          </p:cNvPr>
          <p:cNvSpPr>
            <a:spLocks noChangeAspect="1"/>
          </p:cNvSpPr>
          <p:nvPr/>
        </p:nvSpPr>
        <p:spPr>
          <a:xfrm>
            <a:off x="8926575" y="6090738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24" name="Data entry 3">
            <a:extLst>
              <a:ext uri="{FF2B5EF4-FFF2-40B4-BE49-F238E27FC236}">
                <a16:creationId xmlns:a16="http://schemas.microsoft.com/office/drawing/2014/main" id="{DC4ABFDE-0B8F-CF8C-21FB-9BF07C85CC6C}"/>
              </a:ext>
            </a:extLst>
          </p:cNvPr>
          <p:cNvSpPr>
            <a:spLocks noChangeAspect="1"/>
          </p:cNvSpPr>
          <p:nvPr/>
        </p:nvSpPr>
        <p:spPr>
          <a:xfrm>
            <a:off x="9925458" y="6077451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25" name="Data entry 3">
            <a:extLst>
              <a:ext uri="{FF2B5EF4-FFF2-40B4-BE49-F238E27FC236}">
                <a16:creationId xmlns:a16="http://schemas.microsoft.com/office/drawing/2014/main" id="{92F6BF13-17C8-FB7A-AB16-93F3F79CC750}"/>
              </a:ext>
            </a:extLst>
          </p:cNvPr>
          <p:cNvSpPr>
            <a:spLocks noChangeAspect="1"/>
          </p:cNvSpPr>
          <p:nvPr/>
        </p:nvSpPr>
        <p:spPr>
          <a:xfrm>
            <a:off x="10919726" y="6077451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26" name="Data entry 7">
            <a:extLst>
              <a:ext uri="{FF2B5EF4-FFF2-40B4-BE49-F238E27FC236}">
                <a16:creationId xmlns:a16="http://schemas.microsoft.com/office/drawing/2014/main" id="{056F81E0-DA56-07EF-5C9D-04FD2A947802}"/>
              </a:ext>
            </a:extLst>
          </p:cNvPr>
          <p:cNvSpPr>
            <a:spLocks noChangeAspect="1"/>
          </p:cNvSpPr>
          <p:nvPr/>
        </p:nvSpPr>
        <p:spPr>
          <a:xfrm>
            <a:off x="5113199" y="5749611"/>
            <a:ext cx="272677" cy="258301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27" name="Data entry 7">
            <a:extLst>
              <a:ext uri="{FF2B5EF4-FFF2-40B4-BE49-F238E27FC236}">
                <a16:creationId xmlns:a16="http://schemas.microsoft.com/office/drawing/2014/main" id="{6CB32484-1EDB-C88B-FCA6-21C0DE7C776E}"/>
              </a:ext>
            </a:extLst>
          </p:cNvPr>
          <p:cNvSpPr>
            <a:spLocks noChangeAspect="1"/>
          </p:cNvSpPr>
          <p:nvPr/>
        </p:nvSpPr>
        <p:spPr>
          <a:xfrm>
            <a:off x="4118559" y="5760946"/>
            <a:ext cx="272677" cy="258301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28" name="Data entry 2">
            <a:extLst>
              <a:ext uri="{FF2B5EF4-FFF2-40B4-BE49-F238E27FC236}">
                <a16:creationId xmlns:a16="http://schemas.microsoft.com/office/drawing/2014/main" id="{CED28320-C690-E0A2-B4E2-B927289886A0}"/>
              </a:ext>
            </a:extLst>
          </p:cNvPr>
          <p:cNvSpPr>
            <a:spLocks noChangeAspect="1"/>
          </p:cNvSpPr>
          <p:nvPr/>
        </p:nvSpPr>
        <p:spPr>
          <a:xfrm>
            <a:off x="3118664" y="5759366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29" name="Oval 528">
            <a:extLst>
              <a:ext uri="{FF2B5EF4-FFF2-40B4-BE49-F238E27FC236}">
                <a16:creationId xmlns:a16="http://schemas.microsoft.com/office/drawing/2014/main" id="{06FCEA83-4E34-7A15-FEBD-BE8A4E63E0D2}"/>
              </a:ext>
            </a:extLst>
          </p:cNvPr>
          <p:cNvSpPr>
            <a:spLocks noChangeAspect="1"/>
          </p:cNvSpPr>
          <p:nvPr/>
        </p:nvSpPr>
        <p:spPr>
          <a:xfrm>
            <a:off x="6040690" y="583999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0" name="Oval 529">
            <a:extLst>
              <a:ext uri="{FF2B5EF4-FFF2-40B4-BE49-F238E27FC236}">
                <a16:creationId xmlns:a16="http://schemas.microsoft.com/office/drawing/2014/main" id="{FD304EA4-7805-3E01-A63B-DD4D4BBBE4AF}"/>
              </a:ext>
            </a:extLst>
          </p:cNvPr>
          <p:cNvSpPr>
            <a:spLocks noChangeAspect="1"/>
          </p:cNvSpPr>
          <p:nvPr/>
        </p:nvSpPr>
        <p:spPr>
          <a:xfrm>
            <a:off x="6187743" y="583999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1" name="Oval 530">
            <a:extLst>
              <a:ext uri="{FF2B5EF4-FFF2-40B4-BE49-F238E27FC236}">
                <a16:creationId xmlns:a16="http://schemas.microsoft.com/office/drawing/2014/main" id="{5DD5E1F0-B2AD-B840-3736-013B5F8D1B60}"/>
              </a:ext>
            </a:extLst>
          </p:cNvPr>
          <p:cNvSpPr>
            <a:spLocks noChangeAspect="1"/>
          </p:cNvSpPr>
          <p:nvPr/>
        </p:nvSpPr>
        <p:spPr>
          <a:xfrm>
            <a:off x="6334796" y="5837442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2" name="Data entry 2">
            <a:extLst>
              <a:ext uri="{FF2B5EF4-FFF2-40B4-BE49-F238E27FC236}">
                <a16:creationId xmlns:a16="http://schemas.microsoft.com/office/drawing/2014/main" id="{AF06F19A-0DB3-9D79-7733-8FB36C1596E5}"/>
              </a:ext>
            </a:extLst>
          </p:cNvPr>
          <p:cNvSpPr>
            <a:spLocks noChangeAspect="1"/>
          </p:cNvSpPr>
          <p:nvPr/>
        </p:nvSpPr>
        <p:spPr>
          <a:xfrm>
            <a:off x="7018035" y="5759366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33" name="Oval 532">
            <a:extLst>
              <a:ext uri="{FF2B5EF4-FFF2-40B4-BE49-F238E27FC236}">
                <a16:creationId xmlns:a16="http://schemas.microsoft.com/office/drawing/2014/main" id="{751151B8-44A1-FA4E-B106-082567E3015C}"/>
              </a:ext>
            </a:extLst>
          </p:cNvPr>
          <p:cNvSpPr>
            <a:spLocks noChangeAspect="1"/>
          </p:cNvSpPr>
          <p:nvPr/>
        </p:nvSpPr>
        <p:spPr>
          <a:xfrm>
            <a:off x="7965855" y="583999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4" name="Oval 533">
            <a:extLst>
              <a:ext uri="{FF2B5EF4-FFF2-40B4-BE49-F238E27FC236}">
                <a16:creationId xmlns:a16="http://schemas.microsoft.com/office/drawing/2014/main" id="{291CC83C-A677-3B89-876B-F88D061555E4}"/>
              </a:ext>
            </a:extLst>
          </p:cNvPr>
          <p:cNvSpPr>
            <a:spLocks noChangeAspect="1"/>
          </p:cNvSpPr>
          <p:nvPr/>
        </p:nvSpPr>
        <p:spPr>
          <a:xfrm>
            <a:off x="8112908" y="583999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5" name="Oval 534">
            <a:extLst>
              <a:ext uri="{FF2B5EF4-FFF2-40B4-BE49-F238E27FC236}">
                <a16:creationId xmlns:a16="http://schemas.microsoft.com/office/drawing/2014/main" id="{8319EB21-4D05-B78B-5312-874AAE45D7D3}"/>
              </a:ext>
            </a:extLst>
          </p:cNvPr>
          <p:cNvSpPr>
            <a:spLocks noChangeAspect="1"/>
          </p:cNvSpPr>
          <p:nvPr/>
        </p:nvSpPr>
        <p:spPr>
          <a:xfrm>
            <a:off x="8259961" y="5837442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6" name="Data entry 2">
            <a:extLst>
              <a:ext uri="{FF2B5EF4-FFF2-40B4-BE49-F238E27FC236}">
                <a16:creationId xmlns:a16="http://schemas.microsoft.com/office/drawing/2014/main" id="{57FA2EF1-C9A5-34CF-C675-D589C14E9501}"/>
              </a:ext>
            </a:extLst>
          </p:cNvPr>
          <p:cNvSpPr>
            <a:spLocks noChangeAspect="1"/>
          </p:cNvSpPr>
          <p:nvPr/>
        </p:nvSpPr>
        <p:spPr>
          <a:xfrm>
            <a:off x="8926575" y="5760456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37" name="Data entry 2">
            <a:extLst>
              <a:ext uri="{FF2B5EF4-FFF2-40B4-BE49-F238E27FC236}">
                <a16:creationId xmlns:a16="http://schemas.microsoft.com/office/drawing/2014/main" id="{B7D1E8F4-DDAE-DDCC-79C9-8CEBB3D860E7}"/>
              </a:ext>
            </a:extLst>
          </p:cNvPr>
          <p:cNvSpPr>
            <a:spLocks noChangeAspect="1"/>
          </p:cNvSpPr>
          <p:nvPr/>
        </p:nvSpPr>
        <p:spPr>
          <a:xfrm>
            <a:off x="9925458" y="5747169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38" name="Data entry 2">
            <a:extLst>
              <a:ext uri="{FF2B5EF4-FFF2-40B4-BE49-F238E27FC236}">
                <a16:creationId xmlns:a16="http://schemas.microsoft.com/office/drawing/2014/main" id="{6A284BA2-35D6-6E79-F7DD-31E32D1457FE}"/>
              </a:ext>
            </a:extLst>
          </p:cNvPr>
          <p:cNvSpPr>
            <a:spLocks noChangeAspect="1"/>
          </p:cNvSpPr>
          <p:nvPr/>
        </p:nvSpPr>
        <p:spPr>
          <a:xfrm>
            <a:off x="10919726" y="5747169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39" name="Data entry 6">
            <a:extLst>
              <a:ext uri="{FF2B5EF4-FFF2-40B4-BE49-F238E27FC236}">
                <a16:creationId xmlns:a16="http://schemas.microsoft.com/office/drawing/2014/main" id="{03CC8790-1565-060C-CC88-E1547FFD3E68}"/>
              </a:ext>
            </a:extLst>
          </p:cNvPr>
          <p:cNvSpPr>
            <a:spLocks noChangeAspect="1"/>
          </p:cNvSpPr>
          <p:nvPr/>
        </p:nvSpPr>
        <p:spPr>
          <a:xfrm>
            <a:off x="5109487" y="5438894"/>
            <a:ext cx="272677" cy="258301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40" name="Data entry 6">
            <a:extLst>
              <a:ext uri="{FF2B5EF4-FFF2-40B4-BE49-F238E27FC236}">
                <a16:creationId xmlns:a16="http://schemas.microsoft.com/office/drawing/2014/main" id="{B60ABBE4-63B3-AD11-0DB9-6141C1C60791}"/>
              </a:ext>
            </a:extLst>
          </p:cNvPr>
          <p:cNvSpPr>
            <a:spLocks noChangeAspect="1"/>
          </p:cNvSpPr>
          <p:nvPr/>
        </p:nvSpPr>
        <p:spPr>
          <a:xfrm>
            <a:off x="4114847" y="5450229"/>
            <a:ext cx="272677" cy="258301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41" name="Data entry 1">
            <a:extLst>
              <a:ext uri="{FF2B5EF4-FFF2-40B4-BE49-F238E27FC236}">
                <a16:creationId xmlns:a16="http://schemas.microsoft.com/office/drawing/2014/main" id="{70415326-B50E-A26D-ABE8-D5F9027638C4}"/>
              </a:ext>
            </a:extLst>
          </p:cNvPr>
          <p:cNvSpPr>
            <a:spLocks noChangeAspect="1"/>
          </p:cNvSpPr>
          <p:nvPr/>
        </p:nvSpPr>
        <p:spPr>
          <a:xfrm>
            <a:off x="3118664" y="5451090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A73A7661-5C2A-0E0E-46EF-25C554DB4B0A}"/>
              </a:ext>
            </a:extLst>
          </p:cNvPr>
          <p:cNvSpPr>
            <a:spLocks noChangeAspect="1"/>
          </p:cNvSpPr>
          <p:nvPr/>
        </p:nvSpPr>
        <p:spPr>
          <a:xfrm>
            <a:off x="6036978" y="5523950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ED6982A9-92A0-AF02-C91C-417EF4C44B59}"/>
              </a:ext>
            </a:extLst>
          </p:cNvPr>
          <p:cNvSpPr>
            <a:spLocks noChangeAspect="1"/>
          </p:cNvSpPr>
          <p:nvPr/>
        </p:nvSpPr>
        <p:spPr>
          <a:xfrm>
            <a:off x="6184031" y="5523950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9710BCB3-6F3B-EFDA-5E9F-71393B179CCA}"/>
              </a:ext>
            </a:extLst>
          </p:cNvPr>
          <p:cNvSpPr>
            <a:spLocks noChangeAspect="1"/>
          </p:cNvSpPr>
          <p:nvPr/>
        </p:nvSpPr>
        <p:spPr>
          <a:xfrm>
            <a:off x="6331084" y="5521398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5" name="Data entry 1">
            <a:extLst>
              <a:ext uri="{FF2B5EF4-FFF2-40B4-BE49-F238E27FC236}">
                <a16:creationId xmlns:a16="http://schemas.microsoft.com/office/drawing/2014/main" id="{793DAB81-38D2-937C-17FF-12461C8EF94D}"/>
              </a:ext>
            </a:extLst>
          </p:cNvPr>
          <p:cNvSpPr>
            <a:spLocks noChangeAspect="1"/>
          </p:cNvSpPr>
          <p:nvPr/>
        </p:nvSpPr>
        <p:spPr>
          <a:xfrm>
            <a:off x="7018035" y="5451090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D35E156E-26A9-6230-5A0C-5DAD99A7A8AE}"/>
              </a:ext>
            </a:extLst>
          </p:cNvPr>
          <p:cNvSpPr>
            <a:spLocks noChangeAspect="1"/>
          </p:cNvSpPr>
          <p:nvPr/>
        </p:nvSpPr>
        <p:spPr>
          <a:xfrm>
            <a:off x="7962143" y="5523950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7" name="Oval 546">
            <a:extLst>
              <a:ext uri="{FF2B5EF4-FFF2-40B4-BE49-F238E27FC236}">
                <a16:creationId xmlns:a16="http://schemas.microsoft.com/office/drawing/2014/main" id="{8A29FDBF-BD0E-63F1-8290-904A8D90F43A}"/>
              </a:ext>
            </a:extLst>
          </p:cNvPr>
          <p:cNvSpPr>
            <a:spLocks noChangeAspect="1"/>
          </p:cNvSpPr>
          <p:nvPr/>
        </p:nvSpPr>
        <p:spPr>
          <a:xfrm>
            <a:off x="8109196" y="5523950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8" name="Oval 547">
            <a:extLst>
              <a:ext uri="{FF2B5EF4-FFF2-40B4-BE49-F238E27FC236}">
                <a16:creationId xmlns:a16="http://schemas.microsoft.com/office/drawing/2014/main" id="{5273D572-39A8-D5E2-D488-37B4D753F96D}"/>
              </a:ext>
            </a:extLst>
          </p:cNvPr>
          <p:cNvSpPr>
            <a:spLocks noChangeAspect="1"/>
          </p:cNvSpPr>
          <p:nvPr/>
        </p:nvSpPr>
        <p:spPr>
          <a:xfrm>
            <a:off x="8256249" y="5521398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9" name="Data entry 1">
            <a:extLst>
              <a:ext uri="{FF2B5EF4-FFF2-40B4-BE49-F238E27FC236}">
                <a16:creationId xmlns:a16="http://schemas.microsoft.com/office/drawing/2014/main" id="{7CCD638B-6D1C-015B-5E17-E9BDFA986E0F}"/>
              </a:ext>
            </a:extLst>
          </p:cNvPr>
          <p:cNvSpPr>
            <a:spLocks noChangeAspect="1"/>
          </p:cNvSpPr>
          <p:nvPr/>
        </p:nvSpPr>
        <p:spPr>
          <a:xfrm>
            <a:off x="8926575" y="5452180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50" name="Data entry 1">
            <a:extLst>
              <a:ext uri="{FF2B5EF4-FFF2-40B4-BE49-F238E27FC236}">
                <a16:creationId xmlns:a16="http://schemas.microsoft.com/office/drawing/2014/main" id="{C4FA52B9-9E86-8CBC-2027-B7846D8229F6}"/>
              </a:ext>
            </a:extLst>
          </p:cNvPr>
          <p:cNvSpPr>
            <a:spLocks noChangeAspect="1"/>
          </p:cNvSpPr>
          <p:nvPr/>
        </p:nvSpPr>
        <p:spPr>
          <a:xfrm>
            <a:off x="9925458" y="5438893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51" name="Data entry 1">
            <a:extLst>
              <a:ext uri="{FF2B5EF4-FFF2-40B4-BE49-F238E27FC236}">
                <a16:creationId xmlns:a16="http://schemas.microsoft.com/office/drawing/2014/main" id="{242AEBCE-4AB0-8974-5643-17E2B34793F8}"/>
              </a:ext>
            </a:extLst>
          </p:cNvPr>
          <p:cNvSpPr>
            <a:spLocks noChangeAspect="1"/>
          </p:cNvSpPr>
          <p:nvPr/>
        </p:nvSpPr>
        <p:spPr>
          <a:xfrm>
            <a:off x="10919726" y="5438893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grpSp>
        <p:nvGrpSpPr>
          <p:cNvPr id="556" name="Gruppieren 555">
            <a:extLst>
              <a:ext uri="{FF2B5EF4-FFF2-40B4-BE49-F238E27FC236}">
                <a16:creationId xmlns:a16="http://schemas.microsoft.com/office/drawing/2014/main" id="{8462C4B6-3BF1-1563-44AA-33898A775A76}"/>
              </a:ext>
            </a:extLst>
          </p:cNvPr>
          <p:cNvGrpSpPr/>
          <p:nvPr/>
        </p:nvGrpSpPr>
        <p:grpSpPr>
          <a:xfrm rot="5400000">
            <a:off x="820588" y="4720158"/>
            <a:ext cx="376307" cy="84753"/>
            <a:chOff x="6136078" y="5466764"/>
            <a:chExt cx="376307" cy="84753"/>
          </a:xfrm>
        </p:grpSpPr>
        <p:sp>
          <p:nvSpPr>
            <p:cNvPr id="553" name="Oval 552">
              <a:extLst>
                <a:ext uri="{FF2B5EF4-FFF2-40B4-BE49-F238E27FC236}">
                  <a16:creationId xmlns:a16="http://schemas.microsoft.com/office/drawing/2014/main" id="{B9783CE8-5F24-042D-6D09-543E39FDBC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36078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4" name="Oval 553">
              <a:extLst>
                <a:ext uri="{FF2B5EF4-FFF2-40B4-BE49-F238E27FC236}">
                  <a16:creationId xmlns:a16="http://schemas.microsoft.com/office/drawing/2014/main" id="{26CA59E7-F5D9-C8AD-D4B4-BFF7C0EFB8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83131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5" name="Oval 554">
              <a:extLst>
                <a:ext uri="{FF2B5EF4-FFF2-40B4-BE49-F238E27FC236}">
                  <a16:creationId xmlns:a16="http://schemas.microsoft.com/office/drawing/2014/main" id="{896EF95A-5D1D-DB29-845A-B7625C6802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0184" y="5466764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560" name="Gruppieren 559">
            <a:extLst>
              <a:ext uri="{FF2B5EF4-FFF2-40B4-BE49-F238E27FC236}">
                <a16:creationId xmlns:a16="http://schemas.microsoft.com/office/drawing/2014/main" id="{281B7FE6-D801-CFF1-EB4D-CAD47B3FDC81}"/>
              </a:ext>
            </a:extLst>
          </p:cNvPr>
          <p:cNvGrpSpPr/>
          <p:nvPr/>
        </p:nvGrpSpPr>
        <p:grpSpPr>
          <a:xfrm rot="2748962">
            <a:off x="6047151" y="4715498"/>
            <a:ext cx="376307" cy="84753"/>
            <a:chOff x="6136078" y="5466764"/>
            <a:chExt cx="376307" cy="84753"/>
          </a:xfrm>
        </p:grpSpPr>
        <p:sp>
          <p:nvSpPr>
            <p:cNvPr id="561" name="Oval 560">
              <a:extLst>
                <a:ext uri="{FF2B5EF4-FFF2-40B4-BE49-F238E27FC236}">
                  <a16:creationId xmlns:a16="http://schemas.microsoft.com/office/drawing/2014/main" id="{BF44BB69-93DC-A85B-938E-A9F27620E2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36078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2" name="Oval 561">
              <a:extLst>
                <a:ext uri="{FF2B5EF4-FFF2-40B4-BE49-F238E27FC236}">
                  <a16:creationId xmlns:a16="http://schemas.microsoft.com/office/drawing/2014/main" id="{41B8133C-802D-6D90-ED95-C51B7B912A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83131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3" name="Oval 562">
              <a:extLst>
                <a:ext uri="{FF2B5EF4-FFF2-40B4-BE49-F238E27FC236}">
                  <a16:creationId xmlns:a16="http://schemas.microsoft.com/office/drawing/2014/main" id="{46467D8A-A6A6-6859-798E-1F4AAC6FCF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0184" y="5466764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564" name="Gruppieren 563">
            <a:extLst>
              <a:ext uri="{FF2B5EF4-FFF2-40B4-BE49-F238E27FC236}">
                <a16:creationId xmlns:a16="http://schemas.microsoft.com/office/drawing/2014/main" id="{D415FF97-5FC7-74CA-BE26-833DA8B349FA}"/>
              </a:ext>
            </a:extLst>
          </p:cNvPr>
          <p:cNvGrpSpPr/>
          <p:nvPr/>
        </p:nvGrpSpPr>
        <p:grpSpPr>
          <a:xfrm rot="2748962">
            <a:off x="7959670" y="4717108"/>
            <a:ext cx="376307" cy="84753"/>
            <a:chOff x="6136078" y="5466764"/>
            <a:chExt cx="376307" cy="84753"/>
          </a:xfrm>
        </p:grpSpPr>
        <p:sp>
          <p:nvSpPr>
            <p:cNvPr id="565" name="Oval 564">
              <a:extLst>
                <a:ext uri="{FF2B5EF4-FFF2-40B4-BE49-F238E27FC236}">
                  <a16:creationId xmlns:a16="http://schemas.microsoft.com/office/drawing/2014/main" id="{83F2BD4C-6AD1-4504-4B08-D402ABDCED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36078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6" name="Oval 565">
              <a:extLst>
                <a:ext uri="{FF2B5EF4-FFF2-40B4-BE49-F238E27FC236}">
                  <a16:creationId xmlns:a16="http://schemas.microsoft.com/office/drawing/2014/main" id="{4B364BBD-7A95-FA0D-55D3-57263C3E03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83131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1BF559F0-19D3-A1DF-1456-3C07DE1E0D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0184" y="5466764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69" name="Causal model">
            <a:extLst>
              <a:ext uri="{FF2B5EF4-FFF2-40B4-BE49-F238E27FC236}">
                <a16:creationId xmlns:a16="http://schemas.microsoft.com/office/drawing/2014/main" id="{E13D78DA-D256-D3D4-59F7-31531DA8B12D}"/>
              </a:ext>
            </a:extLst>
          </p:cNvPr>
          <p:cNvSpPr/>
          <p:nvPr/>
        </p:nvSpPr>
        <p:spPr>
          <a:xfrm>
            <a:off x="495962" y="369657"/>
            <a:ext cx="4275068" cy="769441"/>
          </a:xfrm>
          <a:prstGeom prst="roundRect">
            <a:avLst>
              <a:gd name="adj" fmla="val 16667"/>
            </a:avLst>
          </a:prstGeom>
          <a:solidFill>
            <a:srgbClr val="2C406E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4000" b="1" dirty="0">
                <a:ln w="0">
                  <a:noFill/>
                </a:ln>
                <a:solidFill>
                  <a:schemeClr val="bg1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Panel Data</a:t>
            </a:r>
          </a:p>
        </p:txBody>
      </p:sp>
      <p:sp>
        <p:nvSpPr>
          <p:cNvPr id="570" name="Textfeld 569">
            <a:extLst>
              <a:ext uri="{FF2B5EF4-FFF2-40B4-BE49-F238E27FC236}">
                <a16:creationId xmlns:a16="http://schemas.microsoft.com/office/drawing/2014/main" id="{3650EF9F-1134-348A-053A-2D29795C798B}"/>
              </a:ext>
            </a:extLst>
          </p:cNvPr>
          <p:cNvSpPr txBox="1"/>
          <p:nvPr/>
        </p:nvSpPr>
        <p:spPr>
          <a:xfrm>
            <a:off x="5034891" y="297193"/>
            <a:ext cx="6577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Example</a:t>
            </a:r>
            <a:r>
              <a:rPr lang="de-DE" sz="32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: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Observe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(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regular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)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customers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at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several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points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in time – B2B</a:t>
            </a:r>
          </a:p>
        </p:txBody>
      </p:sp>
      <p:grpSp>
        <p:nvGrpSpPr>
          <p:cNvPr id="571" name="Gruppieren 570">
            <a:extLst>
              <a:ext uri="{FF2B5EF4-FFF2-40B4-BE49-F238E27FC236}">
                <a16:creationId xmlns:a16="http://schemas.microsoft.com/office/drawing/2014/main" id="{06ABC42A-BE8F-4D6A-B98B-3003DF716061}"/>
              </a:ext>
            </a:extLst>
          </p:cNvPr>
          <p:cNvGrpSpPr/>
          <p:nvPr/>
        </p:nvGrpSpPr>
        <p:grpSpPr>
          <a:xfrm rot="5400000">
            <a:off x="10887199" y="4717107"/>
            <a:ext cx="376307" cy="84753"/>
            <a:chOff x="6136078" y="5466764"/>
            <a:chExt cx="376307" cy="84753"/>
          </a:xfrm>
        </p:grpSpPr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91149D21-48F5-A087-9839-CE7217CDE1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36078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3" name="Oval 572">
              <a:extLst>
                <a:ext uri="{FF2B5EF4-FFF2-40B4-BE49-F238E27FC236}">
                  <a16:creationId xmlns:a16="http://schemas.microsoft.com/office/drawing/2014/main" id="{C6E9434D-A3A1-5205-14D3-B6351C029C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83131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4" name="Oval 573">
              <a:extLst>
                <a:ext uri="{FF2B5EF4-FFF2-40B4-BE49-F238E27FC236}">
                  <a16:creationId xmlns:a16="http://schemas.microsoft.com/office/drawing/2014/main" id="{EF8945F6-F786-4C75-FC18-5F8AD493CB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0184" y="5466764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934226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!!model">
            <a:extLst>
              <a:ext uri="{FF2B5EF4-FFF2-40B4-BE49-F238E27FC236}">
                <a16:creationId xmlns:a16="http://schemas.microsoft.com/office/drawing/2014/main" id="{4CEB315A-DC53-E2CC-D2C2-D121D31B5430}"/>
              </a:ext>
            </a:extLst>
          </p:cNvPr>
          <p:cNvSpPr/>
          <p:nvPr/>
        </p:nvSpPr>
        <p:spPr>
          <a:xfrm>
            <a:off x="463541" y="1459746"/>
            <a:ext cx="11290852" cy="1492216"/>
          </a:xfrm>
          <a:prstGeom prst="roundRect">
            <a:avLst>
              <a:gd name="adj" fmla="val 6667"/>
            </a:avLst>
          </a:prstGeom>
          <a:solidFill>
            <a:srgbClr val="2C4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!!model">
            <a:extLst>
              <a:ext uri="{FF2B5EF4-FFF2-40B4-BE49-F238E27FC236}">
                <a16:creationId xmlns:a16="http://schemas.microsoft.com/office/drawing/2014/main" id="{FEB06689-C117-465C-7684-2DB68DCACF53}"/>
              </a:ext>
            </a:extLst>
          </p:cNvPr>
          <p:cNvSpPr/>
          <p:nvPr/>
        </p:nvSpPr>
        <p:spPr>
          <a:xfrm>
            <a:off x="1680430" y="1531852"/>
            <a:ext cx="9979371" cy="1343717"/>
          </a:xfrm>
          <a:prstGeom prst="roundRect">
            <a:avLst>
              <a:gd name="adj" fmla="val 66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BG-Block">
            <a:extLst>
              <a:ext uri="{FF2B5EF4-FFF2-40B4-BE49-F238E27FC236}">
                <a16:creationId xmlns:a16="http://schemas.microsoft.com/office/drawing/2014/main" id="{2A57761C-3CDD-E54E-0750-C0B104CC2904}"/>
              </a:ext>
            </a:extLst>
          </p:cNvPr>
          <p:cNvSpPr/>
          <p:nvPr/>
        </p:nvSpPr>
        <p:spPr>
          <a:xfrm rot="5400000">
            <a:off x="10454956" y="1772060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8" name="BG-Block">
            <a:extLst>
              <a:ext uri="{FF2B5EF4-FFF2-40B4-BE49-F238E27FC236}">
                <a16:creationId xmlns:a16="http://schemas.microsoft.com/office/drawing/2014/main" id="{51E823EF-EC3F-204F-1EC2-C77DDC3D6EFC}"/>
              </a:ext>
            </a:extLst>
          </p:cNvPr>
          <p:cNvSpPr/>
          <p:nvPr/>
        </p:nvSpPr>
        <p:spPr>
          <a:xfrm rot="5400000">
            <a:off x="9457358" y="1772060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9" name="BG-Block">
            <a:extLst>
              <a:ext uri="{FF2B5EF4-FFF2-40B4-BE49-F238E27FC236}">
                <a16:creationId xmlns:a16="http://schemas.microsoft.com/office/drawing/2014/main" id="{FDF04B98-E6A5-F6FB-5C6E-E0244E348D38}"/>
              </a:ext>
            </a:extLst>
          </p:cNvPr>
          <p:cNvSpPr/>
          <p:nvPr/>
        </p:nvSpPr>
        <p:spPr>
          <a:xfrm rot="5400000">
            <a:off x="8464838" y="1772060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0" name="BG-Block">
            <a:extLst>
              <a:ext uri="{FF2B5EF4-FFF2-40B4-BE49-F238E27FC236}">
                <a16:creationId xmlns:a16="http://schemas.microsoft.com/office/drawing/2014/main" id="{E2A59ED9-DB6B-C044-0D53-BC74091E3E3C}"/>
              </a:ext>
            </a:extLst>
          </p:cNvPr>
          <p:cNvSpPr/>
          <p:nvPr/>
        </p:nvSpPr>
        <p:spPr>
          <a:xfrm rot="5400000">
            <a:off x="6548891" y="1772060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1" name="BG-Block">
            <a:extLst>
              <a:ext uri="{FF2B5EF4-FFF2-40B4-BE49-F238E27FC236}">
                <a16:creationId xmlns:a16="http://schemas.microsoft.com/office/drawing/2014/main" id="{9B5B44B6-4F26-B22F-4B6A-E2A21A1590B9}"/>
              </a:ext>
            </a:extLst>
          </p:cNvPr>
          <p:cNvSpPr/>
          <p:nvPr/>
        </p:nvSpPr>
        <p:spPr>
          <a:xfrm rot="5400000">
            <a:off x="2139036" y="1260531"/>
            <a:ext cx="1240794" cy="1885418"/>
          </a:xfrm>
          <a:prstGeom prst="roundRect">
            <a:avLst>
              <a:gd name="adj" fmla="val 10987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2" name="BG-Block">
            <a:extLst>
              <a:ext uri="{FF2B5EF4-FFF2-40B4-BE49-F238E27FC236}">
                <a16:creationId xmlns:a16="http://schemas.microsoft.com/office/drawing/2014/main" id="{B39E98D8-1478-2428-31FC-78A3F103B4E4}"/>
              </a:ext>
            </a:extLst>
          </p:cNvPr>
          <p:cNvSpPr/>
          <p:nvPr/>
        </p:nvSpPr>
        <p:spPr>
          <a:xfrm rot="5400000">
            <a:off x="3647140" y="1772060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3" name="BG-Block">
            <a:extLst>
              <a:ext uri="{FF2B5EF4-FFF2-40B4-BE49-F238E27FC236}">
                <a16:creationId xmlns:a16="http://schemas.microsoft.com/office/drawing/2014/main" id="{EC29B338-D6CB-610B-7086-4EBEBF88DC76}"/>
              </a:ext>
            </a:extLst>
          </p:cNvPr>
          <p:cNvSpPr/>
          <p:nvPr/>
        </p:nvSpPr>
        <p:spPr>
          <a:xfrm rot="5400000">
            <a:off x="4644594" y="1772060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fold1">
                <a:extLst>
                  <a:ext uri="{FF2B5EF4-FFF2-40B4-BE49-F238E27FC236}">
                    <a16:creationId xmlns:a16="http://schemas.microsoft.com/office/drawing/2014/main" id="{C1169E7D-AA7A-6730-B954-1C336894F21A}"/>
                  </a:ext>
                </a:extLst>
              </p:cNvPr>
              <p:cNvSpPr txBox="1"/>
              <p:nvPr/>
            </p:nvSpPr>
            <p:spPr>
              <a:xfrm>
                <a:off x="2959200" y="1558196"/>
                <a:ext cx="647421" cy="291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9" name="Textfeld fold1">
                <a:extLst>
                  <a:ext uri="{FF2B5EF4-FFF2-40B4-BE49-F238E27FC236}">
                    <a16:creationId xmlns:a16="http://schemas.microsoft.com/office/drawing/2014/main" id="{C1169E7D-AA7A-6730-B954-1C336894F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9200" y="1558196"/>
                <a:ext cx="647421" cy="291666"/>
              </a:xfrm>
              <a:prstGeom prst="rect">
                <a:avLst/>
              </a:prstGeom>
              <a:blipFill>
                <a:blip r:embed="rId3"/>
                <a:stretch>
                  <a:fillRect b="-291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fold1">
                <a:extLst>
                  <a:ext uri="{FF2B5EF4-FFF2-40B4-BE49-F238E27FC236}">
                    <a16:creationId xmlns:a16="http://schemas.microsoft.com/office/drawing/2014/main" id="{B2E823D6-E719-13BE-6468-9A4E5773428A}"/>
                  </a:ext>
                </a:extLst>
              </p:cNvPr>
              <p:cNvSpPr txBox="1"/>
              <p:nvPr/>
            </p:nvSpPr>
            <p:spPr>
              <a:xfrm>
                <a:off x="2002878" y="1563126"/>
                <a:ext cx="54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0" name="Textfeld fold1">
                <a:extLst>
                  <a:ext uri="{FF2B5EF4-FFF2-40B4-BE49-F238E27FC236}">
                    <a16:creationId xmlns:a16="http://schemas.microsoft.com/office/drawing/2014/main" id="{B2E823D6-E719-13BE-6468-9A4E57734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878" y="1563126"/>
                <a:ext cx="54162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fold1">
                <a:extLst>
                  <a:ext uri="{FF2B5EF4-FFF2-40B4-BE49-F238E27FC236}">
                    <a16:creationId xmlns:a16="http://schemas.microsoft.com/office/drawing/2014/main" id="{584E12C5-7289-4467-4878-06E92D0DBC13}"/>
                  </a:ext>
                </a:extLst>
              </p:cNvPr>
              <p:cNvSpPr txBox="1"/>
              <p:nvPr/>
            </p:nvSpPr>
            <p:spPr>
              <a:xfrm>
                <a:off x="1986119" y="1833509"/>
                <a:ext cx="618503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1" name="Textfeld fold1">
                <a:extLst>
                  <a:ext uri="{FF2B5EF4-FFF2-40B4-BE49-F238E27FC236}">
                    <a16:creationId xmlns:a16="http://schemas.microsoft.com/office/drawing/2014/main" id="{584E12C5-7289-4467-4878-06E92D0DB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119" y="1833509"/>
                <a:ext cx="618503" cy="4135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feld fold1">
                <a:extLst>
                  <a:ext uri="{FF2B5EF4-FFF2-40B4-BE49-F238E27FC236}">
                    <a16:creationId xmlns:a16="http://schemas.microsoft.com/office/drawing/2014/main" id="{1FCF61A7-F57C-07BC-0CED-F2DBBD68A7A5}"/>
                  </a:ext>
                </a:extLst>
              </p:cNvPr>
              <p:cNvSpPr txBox="1"/>
              <p:nvPr/>
            </p:nvSpPr>
            <p:spPr>
              <a:xfrm>
                <a:off x="1989413" y="2137398"/>
                <a:ext cx="632930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2" name="Textfeld fold1">
                <a:extLst>
                  <a:ext uri="{FF2B5EF4-FFF2-40B4-BE49-F238E27FC236}">
                    <a16:creationId xmlns:a16="http://schemas.microsoft.com/office/drawing/2014/main" id="{1FCF61A7-F57C-07BC-0CED-F2DBBD68A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413" y="2137398"/>
                <a:ext cx="632930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fold1">
                <a:extLst>
                  <a:ext uri="{FF2B5EF4-FFF2-40B4-BE49-F238E27FC236}">
                    <a16:creationId xmlns:a16="http://schemas.microsoft.com/office/drawing/2014/main" id="{FEDD527B-DACB-F68A-8BFB-AC9D6E0EF967}"/>
                  </a:ext>
                </a:extLst>
              </p:cNvPr>
              <p:cNvSpPr txBox="1"/>
              <p:nvPr/>
            </p:nvSpPr>
            <p:spPr>
              <a:xfrm>
                <a:off x="1996537" y="2449028"/>
                <a:ext cx="604075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3" name="Textfeld fold1">
                <a:extLst>
                  <a:ext uri="{FF2B5EF4-FFF2-40B4-BE49-F238E27FC236}">
                    <a16:creationId xmlns:a16="http://schemas.microsoft.com/office/drawing/2014/main" id="{FEDD527B-DACB-F68A-8BFB-AC9D6E0EF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537" y="2449028"/>
                <a:ext cx="604075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feld fold1">
                <a:extLst>
                  <a:ext uri="{FF2B5EF4-FFF2-40B4-BE49-F238E27FC236}">
                    <a16:creationId xmlns:a16="http://schemas.microsoft.com/office/drawing/2014/main" id="{FF8B91A4-377B-0FE0-2044-904DAAADA371}"/>
                  </a:ext>
                </a:extLst>
              </p:cNvPr>
              <p:cNvSpPr txBox="1"/>
              <p:nvPr/>
            </p:nvSpPr>
            <p:spPr>
              <a:xfrm>
                <a:off x="6848036" y="1549883"/>
                <a:ext cx="5881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bg2">
                      <a:lumMod val="7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4" name="Textfeld fold1">
                <a:extLst>
                  <a:ext uri="{FF2B5EF4-FFF2-40B4-BE49-F238E27FC236}">
                    <a16:creationId xmlns:a16="http://schemas.microsoft.com/office/drawing/2014/main" id="{FF8B91A4-377B-0FE0-2044-904DAAADA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036" y="1549883"/>
                <a:ext cx="58811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fold1">
                <a:extLst>
                  <a:ext uri="{FF2B5EF4-FFF2-40B4-BE49-F238E27FC236}">
                    <a16:creationId xmlns:a16="http://schemas.microsoft.com/office/drawing/2014/main" id="{04FEA0AB-80C3-3156-680E-1B864A0303D9}"/>
                  </a:ext>
                </a:extLst>
              </p:cNvPr>
              <p:cNvSpPr txBox="1"/>
              <p:nvPr/>
            </p:nvSpPr>
            <p:spPr>
              <a:xfrm>
                <a:off x="8564111" y="1594835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5" name="Textfeld fold1">
                <a:extLst>
                  <a:ext uri="{FF2B5EF4-FFF2-40B4-BE49-F238E27FC236}">
                    <a16:creationId xmlns:a16="http://schemas.microsoft.com/office/drawing/2014/main" id="{04FEA0AB-80C3-3156-680E-1B864A030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4111" y="1594835"/>
                <a:ext cx="10246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fold1">
                <a:extLst>
                  <a:ext uri="{FF2B5EF4-FFF2-40B4-BE49-F238E27FC236}">
                    <a16:creationId xmlns:a16="http://schemas.microsoft.com/office/drawing/2014/main" id="{647FA1B7-58E2-BC53-503E-DDE0624F9231}"/>
                  </a:ext>
                </a:extLst>
              </p:cNvPr>
              <p:cNvSpPr txBox="1"/>
              <p:nvPr/>
            </p:nvSpPr>
            <p:spPr>
              <a:xfrm>
                <a:off x="9576724" y="1565823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b="1" dirty="0">
                  <a:solidFill>
                    <a:schemeClr val="bg2">
                      <a:lumMod val="7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6" name="Textfeld fold1">
                <a:extLst>
                  <a:ext uri="{FF2B5EF4-FFF2-40B4-BE49-F238E27FC236}">
                    <a16:creationId xmlns:a16="http://schemas.microsoft.com/office/drawing/2014/main" id="{647FA1B7-58E2-BC53-503E-DDE0624F9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6724" y="1565823"/>
                <a:ext cx="102463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feld fold1">
                <a:extLst>
                  <a:ext uri="{FF2B5EF4-FFF2-40B4-BE49-F238E27FC236}">
                    <a16:creationId xmlns:a16="http://schemas.microsoft.com/office/drawing/2014/main" id="{66AD8C9B-8541-598B-A6AA-1F1BD9B4FCBA}"/>
                  </a:ext>
                </a:extLst>
              </p:cNvPr>
              <p:cNvSpPr txBox="1"/>
              <p:nvPr/>
            </p:nvSpPr>
            <p:spPr>
              <a:xfrm>
                <a:off x="10817272" y="1585586"/>
                <a:ext cx="4256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7" name="Textfeld fold1">
                <a:extLst>
                  <a:ext uri="{FF2B5EF4-FFF2-40B4-BE49-F238E27FC236}">
                    <a16:creationId xmlns:a16="http://schemas.microsoft.com/office/drawing/2014/main" id="{66AD8C9B-8541-598B-A6AA-1F1BD9B4F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7272" y="1585586"/>
                <a:ext cx="425692" cy="369332"/>
              </a:xfrm>
              <a:prstGeom prst="rect">
                <a:avLst/>
              </a:prstGeom>
              <a:blipFill>
                <a:blip r:embed="rId11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feld fold1">
                <a:extLst>
                  <a:ext uri="{FF2B5EF4-FFF2-40B4-BE49-F238E27FC236}">
                    <a16:creationId xmlns:a16="http://schemas.microsoft.com/office/drawing/2014/main" id="{09C2229B-F17F-1621-6D52-8D69FBEE4AEC}"/>
                  </a:ext>
                </a:extLst>
              </p:cNvPr>
              <p:cNvSpPr txBox="1"/>
              <p:nvPr/>
            </p:nvSpPr>
            <p:spPr>
              <a:xfrm>
                <a:off x="3918433" y="1552133"/>
                <a:ext cx="6474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000" b="1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sz="2000" b="1" dirty="0">
                  <a:solidFill>
                    <a:schemeClr val="bg2">
                      <a:lumMod val="7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8" name="Textfeld fold1">
                <a:extLst>
                  <a:ext uri="{FF2B5EF4-FFF2-40B4-BE49-F238E27FC236}">
                    <a16:creationId xmlns:a16="http://schemas.microsoft.com/office/drawing/2014/main" id="{09C2229B-F17F-1621-6D52-8D69FBEE4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433" y="1552133"/>
                <a:ext cx="647421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feld fold1">
                <a:extLst>
                  <a:ext uri="{FF2B5EF4-FFF2-40B4-BE49-F238E27FC236}">
                    <a16:creationId xmlns:a16="http://schemas.microsoft.com/office/drawing/2014/main" id="{8E3F5729-0055-38C0-5926-93A36FF78F72}"/>
                  </a:ext>
                </a:extLst>
              </p:cNvPr>
              <p:cNvSpPr txBox="1"/>
              <p:nvPr/>
            </p:nvSpPr>
            <p:spPr>
              <a:xfrm>
                <a:off x="4915275" y="1540993"/>
                <a:ext cx="6474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de-DE" sz="2000" b="1" dirty="0">
                  <a:solidFill>
                    <a:schemeClr val="bg2">
                      <a:lumMod val="7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9" name="Textfeld fold1">
                <a:extLst>
                  <a:ext uri="{FF2B5EF4-FFF2-40B4-BE49-F238E27FC236}">
                    <a16:creationId xmlns:a16="http://schemas.microsoft.com/office/drawing/2014/main" id="{8E3F5729-0055-38C0-5926-93A36FF78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275" y="1540993"/>
                <a:ext cx="647421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feld fold1">
                <a:extLst>
                  <a:ext uri="{FF2B5EF4-FFF2-40B4-BE49-F238E27FC236}">
                    <a16:creationId xmlns:a16="http://schemas.microsoft.com/office/drawing/2014/main" id="{1D4AACC3-EC14-9C7B-60F6-9B931E3EB43B}"/>
                  </a:ext>
                </a:extLst>
              </p:cNvPr>
              <p:cNvSpPr txBox="1"/>
              <p:nvPr/>
            </p:nvSpPr>
            <p:spPr>
              <a:xfrm>
                <a:off x="435212" y="1936055"/>
                <a:ext cx="1231812" cy="222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3200" b="1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72" name="Textfeld fold1">
                <a:extLst>
                  <a:ext uri="{FF2B5EF4-FFF2-40B4-BE49-F238E27FC236}">
                    <a16:creationId xmlns:a16="http://schemas.microsoft.com/office/drawing/2014/main" id="{1D4AACC3-EC14-9C7B-60F6-9B931E3EB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12" y="1936055"/>
                <a:ext cx="1231812" cy="222074"/>
              </a:xfrm>
              <a:prstGeom prst="rect">
                <a:avLst/>
              </a:prstGeom>
              <a:blipFill>
                <a:blip r:embed="rId14"/>
                <a:stretch>
                  <a:fillRect b="-15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Data entry 3">
            <a:extLst>
              <a:ext uri="{FF2B5EF4-FFF2-40B4-BE49-F238E27FC236}">
                <a16:creationId xmlns:a16="http://schemas.microsoft.com/office/drawing/2014/main" id="{D10D289D-E1AC-27C3-36C5-0B3C644A463C}"/>
              </a:ext>
            </a:extLst>
          </p:cNvPr>
          <p:cNvSpPr>
            <a:spLocks noChangeAspect="1"/>
          </p:cNvSpPr>
          <p:nvPr/>
        </p:nvSpPr>
        <p:spPr>
          <a:xfrm>
            <a:off x="3117467" y="2521940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2EAF7D78-0D50-9192-AFE0-9DE7841F63B0}"/>
              </a:ext>
            </a:extLst>
          </p:cNvPr>
          <p:cNvSpPr>
            <a:spLocks noChangeAspect="1"/>
          </p:cNvSpPr>
          <p:nvPr/>
        </p:nvSpPr>
        <p:spPr>
          <a:xfrm>
            <a:off x="6035781" y="2602568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C7763C24-AADB-8984-D653-9A83B4078F44}"/>
              </a:ext>
            </a:extLst>
          </p:cNvPr>
          <p:cNvSpPr>
            <a:spLocks noChangeAspect="1"/>
          </p:cNvSpPr>
          <p:nvPr/>
        </p:nvSpPr>
        <p:spPr>
          <a:xfrm>
            <a:off x="6182834" y="2602568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224FF714-AD9C-BB5B-3653-96D548CEAC2A}"/>
              </a:ext>
            </a:extLst>
          </p:cNvPr>
          <p:cNvSpPr>
            <a:spLocks noChangeAspect="1"/>
          </p:cNvSpPr>
          <p:nvPr/>
        </p:nvSpPr>
        <p:spPr>
          <a:xfrm>
            <a:off x="6329887" y="260001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C390538D-9EEE-9D83-2065-E1CE632BD6A7}"/>
              </a:ext>
            </a:extLst>
          </p:cNvPr>
          <p:cNvSpPr>
            <a:spLocks noChangeAspect="1"/>
          </p:cNvSpPr>
          <p:nvPr/>
        </p:nvSpPr>
        <p:spPr>
          <a:xfrm>
            <a:off x="7960946" y="2602568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CE10713D-A558-6FD5-83D5-06566F39F97C}"/>
              </a:ext>
            </a:extLst>
          </p:cNvPr>
          <p:cNvSpPr>
            <a:spLocks noChangeAspect="1"/>
          </p:cNvSpPr>
          <p:nvPr/>
        </p:nvSpPr>
        <p:spPr>
          <a:xfrm>
            <a:off x="8107999" y="2602568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6B027CD1-E65B-DED1-7264-907DF4C0569C}"/>
              </a:ext>
            </a:extLst>
          </p:cNvPr>
          <p:cNvSpPr>
            <a:spLocks noChangeAspect="1"/>
          </p:cNvSpPr>
          <p:nvPr/>
        </p:nvSpPr>
        <p:spPr>
          <a:xfrm>
            <a:off x="8255052" y="260001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8" name="Data entry 3">
            <a:extLst>
              <a:ext uri="{FF2B5EF4-FFF2-40B4-BE49-F238E27FC236}">
                <a16:creationId xmlns:a16="http://schemas.microsoft.com/office/drawing/2014/main" id="{1B28FEE7-5A86-0D18-BB3A-5139B729F1F0}"/>
              </a:ext>
            </a:extLst>
          </p:cNvPr>
          <p:cNvSpPr>
            <a:spLocks noChangeAspect="1"/>
          </p:cNvSpPr>
          <p:nvPr/>
        </p:nvSpPr>
        <p:spPr>
          <a:xfrm>
            <a:off x="8925378" y="2523030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30" name="Data entry 3">
            <a:extLst>
              <a:ext uri="{FF2B5EF4-FFF2-40B4-BE49-F238E27FC236}">
                <a16:creationId xmlns:a16="http://schemas.microsoft.com/office/drawing/2014/main" id="{660175F8-6D5B-4011-414C-1623A1EACD88}"/>
              </a:ext>
            </a:extLst>
          </p:cNvPr>
          <p:cNvSpPr>
            <a:spLocks noChangeAspect="1"/>
          </p:cNvSpPr>
          <p:nvPr/>
        </p:nvSpPr>
        <p:spPr>
          <a:xfrm>
            <a:off x="10918529" y="2509743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33" name="Data entry 2">
            <a:extLst>
              <a:ext uri="{FF2B5EF4-FFF2-40B4-BE49-F238E27FC236}">
                <a16:creationId xmlns:a16="http://schemas.microsoft.com/office/drawing/2014/main" id="{E97427F7-6724-7EF0-0117-4A79778BB13B}"/>
              </a:ext>
            </a:extLst>
          </p:cNvPr>
          <p:cNvSpPr>
            <a:spLocks noChangeAspect="1"/>
          </p:cNvSpPr>
          <p:nvPr/>
        </p:nvSpPr>
        <p:spPr>
          <a:xfrm>
            <a:off x="3117467" y="2191658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44585250-8EB7-4146-A4B9-EFD5447B913B}"/>
              </a:ext>
            </a:extLst>
          </p:cNvPr>
          <p:cNvSpPr>
            <a:spLocks noChangeAspect="1"/>
          </p:cNvSpPr>
          <p:nvPr/>
        </p:nvSpPr>
        <p:spPr>
          <a:xfrm>
            <a:off x="6039493" y="227228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0FD427C9-8049-1389-B24B-F730575C7A86}"/>
              </a:ext>
            </a:extLst>
          </p:cNvPr>
          <p:cNvSpPr>
            <a:spLocks noChangeAspect="1"/>
          </p:cNvSpPr>
          <p:nvPr/>
        </p:nvSpPr>
        <p:spPr>
          <a:xfrm>
            <a:off x="6186546" y="227228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32EDDEE5-CE39-4835-FCD3-D9B60BB3CD2E}"/>
              </a:ext>
            </a:extLst>
          </p:cNvPr>
          <p:cNvSpPr>
            <a:spLocks noChangeAspect="1"/>
          </p:cNvSpPr>
          <p:nvPr/>
        </p:nvSpPr>
        <p:spPr>
          <a:xfrm>
            <a:off x="6333599" y="226973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D4EDDAEE-0078-ECE8-B18B-F912D5A2AF65}"/>
              </a:ext>
            </a:extLst>
          </p:cNvPr>
          <p:cNvSpPr>
            <a:spLocks noChangeAspect="1"/>
          </p:cNvSpPr>
          <p:nvPr/>
        </p:nvSpPr>
        <p:spPr>
          <a:xfrm>
            <a:off x="7964658" y="227228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884BF3EB-9E06-B291-F3AA-EABF7B648236}"/>
              </a:ext>
            </a:extLst>
          </p:cNvPr>
          <p:cNvSpPr>
            <a:spLocks noChangeAspect="1"/>
          </p:cNvSpPr>
          <p:nvPr/>
        </p:nvSpPr>
        <p:spPr>
          <a:xfrm>
            <a:off x="8111711" y="227228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A64B51FE-7EF6-220C-505C-DA78A7273C89}"/>
              </a:ext>
            </a:extLst>
          </p:cNvPr>
          <p:cNvSpPr>
            <a:spLocks noChangeAspect="1"/>
          </p:cNvSpPr>
          <p:nvPr/>
        </p:nvSpPr>
        <p:spPr>
          <a:xfrm>
            <a:off x="8258764" y="226973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7" name="Data entry 2">
            <a:extLst>
              <a:ext uri="{FF2B5EF4-FFF2-40B4-BE49-F238E27FC236}">
                <a16:creationId xmlns:a16="http://schemas.microsoft.com/office/drawing/2014/main" id="{FF789D7B-C32F-2D7E-02BD-B2338476E22E}"/>
              </a:ext>
            </a:extLst>
          </p:cNvPr>
          <p:cNvSpPr>
            <a:spLocks noChangeAspect="1"/>
          </p:cNvSpPr>
          <p:nvPr/>
        </p:nvSpPr>
        <p:spPr>
          <a:xfrm>
            <a:off x="8925378" y="2192748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39" name="Data entry 2">
            <a:extLst>
              <a:ext uri="{FF2B5EF4-FFF2-40B4-BE49-F238E27FC236}">
                <a16:creationId xmlns:a16="http://schemas.microsoft.com/office/drawing/2014/main" id="{E66F070E-92B5-774F-31C3-363012821344}"/>
              </a:ext>
            </a:extLst>
          </p:cNvPr>
          <p:cNvSpPr>
            <a:spLocks noChangeAspect="1"/>
          </p:cNvSpPr>
          <p:nvPr/>
        </p:nvSpPr>
        <p:spPr>
          <a:xfrm>
            <a:off x="10918529" y="2179461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42" name="Data entry 1">
            <a:extLst>
              <a:ext uri="{FF2B5EF4-FFF2-40B4-BE49-F238E27FC236}">
                <a16:creationId xmlns:a16="http://schemas.microsoft.com/office/drawing/2014/main" id="{7DB0A627-56C3-21C9-A157-4A80B99A8F2A}"/>
              </a:ext>
            </a:extLst>
          </p:cNvPr>
          <p:cNvSpPr>
            <a:spLocks noChangeAspect="1"/>
          </p:cNvSpPr>
          <p:nvPr/>
        </p:nvSpPr>
        <p:spPr>
          <a:xfrm>
            <a:off x="3117467" y="1883382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1DE7031B-9E55-4373-2E40-D48508449449}"/>
              </a:ext>
            </a:extLst>
          </p:cNvPr>
          <p:cNvSpPr>
            <a:spLocks noChangeAspect="1"/>
          </p:cNvSpPr>
          <p:nvPr/>
        </p:nvSpPr>
        <p:spPr>
          <a:xfrm>
            <a:off x="6035781" y="1956242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696832B3-FACD-778A-3B83-B1AD155C7ABE}"/>
              </a:ext>
            </a:extLst>
          </p:cNvPr>
          <p:cNvSpPr>
            <a:spLocks noChangeAspect="1"/>
          </p:cNvSpPr>
          <p:nvPr/>
        </p:nvSpPr>
        <p:spPr>
          <a:xfrm>
            <a:off x="6182834" y="1956242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E029A5B6-E507-BFA9-4A8E-D60F4031DB84}"/>
              </a:ext>
            </a:extLst>
          </p:cNvPr>
          <p:cNvSpPr>
            <a:spLocks noChangeAspect="1"/>
          </p:cNvSpPr>
          <p:nvPr/>
        </p:nvSpPr>
        <p:spPr>
          <a:xfrm>
            <a:off x="6329887" y="1953690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2550ABFE-7B37-C964-CDE5-64D6FE81B4AC}"/>
              </a:ext>
            </a:extLst>
          </p:cNvPr>
          <p:cNvSpPr>
            <a:spLocks noChangeAspect="1"/>
          </p:cNvSpPr>
          <p:nvPr/>
        </p:nvSpPr>
        <p:spPr>
          <a:xfrm>
            <a:off x="7960946" y="1956242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E2FC7709-A5B0-C0B8-141B-F008E15B2125}"/>
              </a:ext>
            </a:extLst>
          </p:cNvPr>
          <p:cNvSpPr>
            <a:spLocks noChangeAspect="1"/>
          </p:cNvSpPr>
          <p:nvPr/>
        </p:nvSpPr>
        <p:spPr>
          <a:xfrm>
            <a:off x="8107999" y="1956242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D0472F52-33B1-A067-697F-17729B617D07}"/>
              </a:ext>
            </a:extLst>
          </p:cNvPr>
          <p:cNvSpPr>
            <a:spLocks noChangeAspect="1"/>
          </p:cNvSpPr>
          <p:nvPr/>
        </p:nvSpPr>
        <p:spPr>
          <a:xfrm>
            <a:off x="8255052" y="1953690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6" name="Data entry 1">
            <a:extLst>
              <a:ext uri="{FF2B5EF4-FFF2-40B4-BE49-F238E27FC236}">
                <a16:creationId xmlns:a16="http://schemas.microsoft.com/office/drawing/2014/main" id="{9A7B944D-B35B-7E5E-772C-54C4E57B4377}"/>
              </a:ext>
            </a:extLst>
          </p:cNvPr>
          <p:cNvSpPr>
            <a:spLocks noChangeAspect="1"/>
          </p:cNvSpPr>
          <p:nvPr/>
        </p:nvSpPr>
        <p:spPr>
          <a:xfrm>
            <a:off x="8925378" y="1884472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48" name="Data entry 1">
            <a:extLst>
              <a:ext uri="{FF2B5EF4-FFF2-40B4-BE49-F238E27FC236}">
                <a16:creationId xmlns:a16="http://schemas.microsoft.com/office/drawing/2014/main" id="{68E9BEF2-A823-4371-5002-ADAC766F52E9}"/>
              </a:ext>
            </a:extLst>
          </p:cNvPr>
          <p:cNvSpPr>
            <a:spLocks noChangeAspect="1"/>
          </p:cNvSpPr>
          <p:nvPr/>
        </p:nvSpPr>
        <p:spPr>
          <a:xfrm>
            <a:off x="10918529" y="1871185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1" name="!!model">
            <a:extLst>
              <a:ext uri="{FF2B5EF4-FFF2-40B4-BE49-F238E27FC236}">
                <a16:creationId xmlns:a16="http://schemas.microsoft.com/office/drawing/2014/main" id="{D8B81B48-C570-E704-1C87-FEBE20D87BF9}"/>
              </a:ext>
            </a:extLst>
          </p:cNvPr>
          <p:cNvSpPr/>
          <p:nvPr/>
        </p:nvSpPr>
        <p:spPr>
          <a:xfrm>
            <a:off x="464738" y="3005399"/>
            <a:ext cx="11290852" cy="1492216"/>
          </a:xfrm>
          <a:prstGeom prst="roundRect">
            <a:avLst>
              <a:gd name="adj" fmla="val 6667"/>
            </a:avLst>
          </a:prstGeom>
          <a:solidFill>
            <a:srgbClr val="2C4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2" name="!!model">
            <a:extLst>
              <a:ext uri="{FF2B5EF4-FFF2-40B4-BE49-F238E27FC236}">
                <a16:creationId xmlns:a16="http://schemas.microsoft.com/office/drawing/2014/main" id="{79B493F0-0FCE-E4F8-46C1-82B04D05433E}"/>
              </a:ext>
            </a:extLst>
          </p:cNvPr>
          <p:cNvSpPr/>
          <p:nvPr/>
        </p:nvSpPr>
        <p:spPr>
          <a:xfrm>
            <a:off x="1681627" y="3077505"/>
            <a:ext cx="9979371" cy="1343717"/>
          </a:xfrm>
          <a:prstGeom prst="roundRect">
            <a:avLst>
              <a:gd name="adj" fmla="val 66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3" name="BG-Block">
            <a:extLst>
              <a:ext uri="{FF2B5EF4-FFF2-40B4-BE49-F238E27FC236}">
                <a16:creationId xmlns:a16="http://schemas.microsoft.com/office/drawing/2014/main" id="{C5C589FE-F18F-61A9-668D-54D01F46820B}"/>
              </a:ext>
            </a:extLst>
          </p:cNvPr>
          <p:cNvSpPr/>
          <p:nvPr/>
        </p:nvSpPr>
        <p:spPr>
          <a:xfrm rot="5400000">
            <a:off x="10456153" y="3317713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4" name="BG-Block">
            <a:extLst>
              <a:ext uri="{FF2B5EF4-FFF2-40B4-BE49-F238E27FC236}">
                <a16:creationId xmlns:a16="http://schemas.microsoft.com/office/drawing/2014/main" id="{44AA3049-608C-7436-7F33-44D1DDC3BEF6}"/>
              </a:ext>
            </a:extLst>
          </p:cNvPr>
          <p:cNvSpPr/>
          <p:nvPr/>
        </p:nvSpPr>
        <p:spPr>
          <a:xfrm rot="5400000">
            <a:off x="9458555" y="3317713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5" name="BG-Block">
            <a:extLst>
              <a:ext uri="{FF2B5EF4-FFF2-40B4-BE49-F238E27FC236}">
                <a16:creationId xmlns:a16="http://schemas.microsoft.com/office/drawing/2014/main" id="{8E4E7B09-46B5-D958-2893-E5C892A59CB2}"/>
              </a:ext>
            </a:extLst>
          </p:cNvPr>
          <p:cNvSpPr/>
          <p:nvPr/>
        </p:nvSpPr>
        <p:spPr>
          <a:xfrm rot="5400000">
            <a:off x="8466035" y="3317713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6" name="BG-Block">
            <a:extLst>
              <a:ext uri="{FF2B5EF4-FFF2-40B4-BE49-F238E27FC236}">
                <a16:creationId xmlns:a16="http://schemas.microsoft.com/office/drawing/2014/main" id="{2FA85AD3-BA62-9A4A-C9E7-B432C3645E44}"/>
              </a:ext>
            </a:extLst>
          </p:cNvPr>
          <p:cNvSpPr/>
          <p:nvPr/>
        </p:nvSpPr>
        <p:spPr>
          <a:xfrm rot="5400000">
            <a:off x="6550088" y="3317713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7" name="BG-Block">
            <a:extLst>
              <a:ext uri="{FF2B5EF4-FFF2-40B4-BE49-F238E27FC236}">
                <a16:creationId xmlns:a16="http://schemas.microsoft.com/office/drawing/2014/main" id="{B99A9846-8955-7626-F6FB-1DCC120F290B}"/>
              </a:ext>
            </a:extLst>
          </p:cNvPr>
          <p:cNvSpPr/>
          <p:nvPr/>
        </p:nvSpPr>
        <p:spPr>
          <a:xfrm rot="5400000">
            <a:off x="2140233" y="2806184"/>
            <a:ext cx="1240794" cy="1885418"/>
          </a:xfrm>
          <a:prstGeom prst="roundRect">
            <a:avLst>
              <a:gd name="adj" fmla="val 10987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8" name="BG-Block">
            <a:extLst>
              <a:ext uri="{FF2B5EF4-FFF2-40B4-BE49-F238E27FC236}">
                <a16:creationId xmlns:a16="http://schemas.microsoft.com/office/drawing/2014/main" id="{9DD64877-E706-B667-5526-14CC83181AD0}"/>
              </a:ext>
            </a:extLst>
          </p:cNvPr>
          <p:cNvSpPr/>
          <p:nvPr/>
        </p:nvSpPr>
        <p:spPr>
          <a:xfrm rot="5400000">
            <a:off x="3648337" y="3317713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9" name="BG-Block">
            <a:extLst>
              <a:ext uri="{FF2B5EF4-FFF2-40B4-BE49-F238E27FC236}">
                <a16:creationId xmlns:a16="http://schemas.microsoft.com/office/drawing/2014/main" id="{FB07A77C-57EE-D77E-F6E9-968FD40F9CC7}"/>
              </a:ext>
            </a:extLst>
          </p:cNvPr>
          <p:cNvSpPr/>
          <p:nvPr/>
        </p:nvSpPr>
        <p:spPr>
          <a:xfrm rot="5400000">
            <a:off x="4645791" y="3317713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Textfeld fold1">
                <a:extLst>
                  <a:ext uri="{FF2B5EF4-FFF2-40B4-BE49-F238E27FC236}">
                    <a16:creationId xmlns:a16="http://schemas.microsoft.com/office/drawing/2014/main" id="{F4729C70-CBDB-00D2-1B5C-39E2197EB4B2}"/>
                  </a:ext>
                </a:extLst>
              </p:cNvPr>
              <p:cNvSpPr txBox="1"/>
              <p:nvPr/>
            </p:nvSpPr>
            <p:spPr>
              <a:xfrm>
                <a:off x="2960397" y="3103849"/>
                <a:ext cx="6474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2000" b="1" dirty="0">
                  <a:solidFill>
                    <a:schemeClr val="bg2">
                      <a:lumMod val="7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0" name="Textfeld fold1">
                <a:extLst>
                  <a:ext uri="{FF2B5EF4-FFF2-40B4-BE49-F238E27FC236}">
                    <a16:creationId xmlns:a16="http://schemas.microsoft.com/office/drawing/2014/main" id="{F4729C70-CBDB-00D2-1B5C-39E2197EB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397" y="3103849"/>
                <a:ext cx="647421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1" name="Textfeld fold1">
                <a:extLst>
                  <a:ext uri="{FF2B5EF4-FFF2-40B4-BE49-F238E27FC236}">
                    <a16:creationId xmlns:a16="http://schemas.microsoft.com/office/drawing/2014/main" id="{177A68E7-B992-2332-C5BF-2FCA2D5107E1}"/>
                  </a:ext>
                </a:extLst>
              </p:cNvPr>
              <p:cNvSpPr txBox="1"/>
              <p:nvPr/>
            </p:nvSpPr>
            <p:spPr>
              <a:xfrm>
                <a:off x="2008597" y="3126292"/>
                <a:ext cx="54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1" name="Textfeld fold1">
                <a:extLst>
                  <a:ext uri="{FF2B5EF4-FFF2-40B4-BE49-F238E27FC236}">
                    <a16:creationId xmlns:a16="http://schemas.microsoft.com/office/drawing/2014/main" id="{177A68E7-B992-2332-C5BF-2FCA2D510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597" y="3126292"/>
                <a:ext cx="541623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2" name="Textfeld fold1">
                <a:extLst>
                  <a:ext uri="{FF2B5EF4-FFF2-40B4-BE49-F238E27FC236}">
                    <a16:creationId xmlns:a16="http://schemas.microsoft.com/office/drawing/2014/main" id="{FA1627FE-3EAC-142E-77B7-4987AC55FFDB}"/>
                  </a:ext>
                </a:extLst>
              </p:cNvPr>
              <p:cNvSpPr txBox="1"/>
              <p:nvPr/>
            </p:nvSpPr>
            <p:spPr>
              <a:xfrm>
                <a:off x="1987316" y="3379162"/>
                <a:ext cx="618503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2" name="Textfeld fold1">
                <a:extLst>
                  <a:ext uri="{FF2B5EF4-FFF2-40B4-BE49-F238E27FC236}">
                    <a16:creationId xmlns:a16="http://schemas.microsoft.com/office/drawing/2014/main" id="{FA1627FE-3EAC-142E-77B7-4987AC55F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316" y="3379162"/>
                <a:ext cx="618503" cy="41351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3" name="Textfeld fold1">
                <a:extLst>
                  <a:ext uri="{FF2B5EF4-FFF2-40B4-BE49-F238E27FC236}">
                    <a16:creationId xmlns:a16="http://schemas.microsoft.com/office/drawing/2014/main" id="{786B1010-3C10-18C5-7C23-606F3FCD6095}"/>
                  </a:ext>
                </a:extLst>
              </p:cNvPr>
              <p:cNvSpPr txBox="1"/>
              <p:nvPr/>
            </p:nvSpPr>
            <p:spPr>
              <a:xfrm>
                <a:off x="1990610" y="3683051"/>
                <a:ext cx="632930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3" name="Textfeld fold1">
                <a:extLst>
                  <a:ext uri="{FF2B5EF4-FFF2-40B4-BE49-F238E27FC236}">
                    <a16:creationId xmlns:a16="http://schemas.microsoft.com/office/drawing/2014/main" id="{786B1010-3C10-18C5-7C23-606F3FCD6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610" y="3683051"/>
                <a:ext cx="632930" cy="41351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4" name="Textfeld fold1">
                <a:extLst>
                  <a:ext uri="{FF2B5EF4-FFF2-40B4-BE49-F238E27FC236}">
                    <a16:creationId xmlns:a16="http://schemas.microsoft.com/office/drawing/2014/main" id="{A7E13C8B-20CE-7C79-2279-75A89EC78F52}"/>
                  </a:ext>
                </a:extLst>
              </p:cNvPr>
              <p:cNvSpPr txBox="1"/>
              <p:nvPr/>
            </p:nvSpPr>
            <p:spPr>
              <a:xfrm>
                <a:off x="1997734" y="3994681"/>
                <a:ext cx="604075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4" name="Textfeld fold1">
                <a:extLst>
                  <a:ext uri="{FF2B5EF4-FFF2-40B4-BE49-F238E27FC236}">
                    <a16:creationId xmlns:a16="http://schemas.microsoft.com/office/drawing/2014/main" id="{A7E13C8B-20CE-7C79-2279-75A89EC78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734" y="3994681"/>
                <a:ext cx="604075" cy="41351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5" name="Textfeld fold1">
                <a:extLst>
                  <a:ext uri="{FF2B5EF4-FFF2-40B4-BE49-F238E27FC236}">
                    <a16:creationId xmlns:a16="http://schemas.microsoft.com/office/drawing/2014/main" id="{024891DA-8FFB-8435-D60B-672EE9885CE6}"/>
                  </a:ext>
                </a:extLst>
              </p:cNvPr>
              <p:cNvSpPr txBox="1"/>
              <p:nvPr/>
            </p:nvSpPr>
            <p:spPr>
              <a:xfrm>
                <a:off x="6849233" y="3103849"/>
                <a:ext cx="5881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bg2">
                      <a:lumMod val="7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5" name="Textfeld fold1">
                <a:extLst>
                  <a:ext uri="{FF2B5EF4-FFF2-40B4-BE49-F238E27FC236}">
                    <a16:creationId xmlns:a16="http://schemas.microsoft.com/office/drawing/2014/main" id="{024891DA-8FFB-8435-D60B-672EE9885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233" y="3103849"/>
                <a:ext cx="588110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8" name="Textfeld fold1">
                <a:extLst>
                  <a:ext uri="{FF2B5EF4-FFF2-40B4-BE49-F238E27FC236}">
                    <a16:creationId xmlns:a16="http://schemas.microsoft.com/office/drawing/2014/main" id="{55785A27-BC57-3125-971C-CFE9C34FA407}"/>
                  </a:ext>
                </a:extLst>
              </p:cNvPr>
              <p:cNvSpPr txBox="1"/>
              <p:nvPr/>
            </p:nvSpPr>
            <p:spPr>
              <a:xfrm>
                <a:off x="10810527" y="3116348"/>
                <a:ext cx="4256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de-DE" b="1" dirty="0">
                  <a:solidFill>
                    <a:schemeClr val="bg2">
                      <a:lumMod val="7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8" name="Textfeld fold1">
                <a:extLst>
                  <a:ext uri="{FF2B5EF4-FFF2-40B4-BE49-F238E27FC236}">
                    <a16:creationId xmlns:a16="http://schemas.microsoft.com/office/drawing/2014/main" id="{55785A27-BC57-3125-971C-CFE9C34FA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527" y="3116348"/>
                <a:ext cx="425692" cy="369332"/>
              </a:xfrm>
              <a:prstGeom prst="rect">
                <a:avLst/>
              </a:prstGeom>
              <a:blipFill>
                <a:blip r:embed="rId21"/>
                <a:stretch>
                  <a:fillRect r="-235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9" name="Textfeld fold1">
                <a:extLst>
                  <a:ext uri="{FF2B5EF4-FFF2-40B4-BE49-F238E27FC236}">
                    <a16:creationId xmlns:a16="http://schemas.microsoft.com/office/drawing/2014/main" id="{90D2F5AD-671F-237F-2402-E155F168CC8D}"/>
                  </a:ext>
                </a:extLst>
              </p:cNvPr>
              <p:cNvSpPr txBox="1"/>
              <p:nvPr/>
            </p:nvSpPr>
            <p:spPr>
              <a:xfrm>
                <a:off x="3918772" y="3096916"/>
                <a:ext cx="6474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9" name="Textfeld fold1">
                <a:extLst>
                  <a:ext uri="{FF2B5EF4-FFF2-40B4-BE49-F238E27FC236}">
                    <a16:creationId xmlns:a16="http://schemas.microsoft.com/office/drawing/2014/main" id="{90D2F5AD-671F-237F-2402-E155F168C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772" y="3096916"/>
                <a:ext cx="647421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" name="Textfeld fold1">
                <a:extLst>
                  <a:ext uri="{FF2B5EF4-FFF2-40B4-BE49-F238E27FC236}">
                    <a16:creationId xmlns:a16="http://schemas.microsoft.com/office/drawing/2014/main" id="{DBA52EAE-3FEC-41EC-CB99-900219C7580E}"/>
                  </a:ext>
                </a:extLst>
              </p:cNvPr>
              <p:cNvSpPr txBox="1"/>
              <p:nvPr/>
            </p:nvSpPr>
            <p:spPr>
              <a:xfrm>
                <a:off x="4916472" y="3094959"/>
                <a:ext cx="6474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de-DE" sz="2000" b="1" dirty="0">
                  <a:solidFill>
                    <a:schemeClr val="bg2">
                      <a:lumMod val="7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50" name="Textfeld fold1">
                <a:extLst>
                  <a:ext uri="{FF2B5EF4-FFF2-40B4-BE49-F238E27FC236}">
                    <a16:creationId xmlns:a16="http://schemas.microsoft.com/office/drawing/2014/main" id="{DBA52EAE-3FEC-41EC-CB99-900219C75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472" y="3094959"/>
                <a:ext cx="647421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1" name="Textfeld fold1">
                <a:extLst>
                  <a:ext uri="{FF2B5EF4-FFF2-40B4-BE49-F238E27FC236}">
                    <a16:creationId xmlns:a16="http://schemas.microsoft.com/office/drawing/2014/main" id="{D3CB9B88-BB6B-732F-FE8F-1F8893568F02}"/>
                  </a:ext>
                </a:extLst>
              </p:cNvPr>
              <p:cNvSpPr txBox="1"/>
              <p:nvPr/>
            </p:nvSpPr>
            <p:spPr>
              <a:xfrm>
                <a:off x="436409" y="3481708"/>
                <a:ext cx="12318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sz="3200" b="1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51" name="Textfeld fold1">
                <a:extLst>
                  <a:ext uri="{FF2B5EF4-FFF2-40B4-BE49-F238E27FC236}">
                    <a16:creationId xmlns:a16="http://schemas.microsoft.com/office/drawing/2014/main" id="{D3CB9B88-BB6B-732F-FE8F-1F8893568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09" y="3481708"/>
                <a:ext cx="1231812" cy="5847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3" name="Data entry 8">
            <a:extLst>
              <a:ext uri="{FF2B5EF4-FFF2-40B4-BE49-F238E27FC236}">
                <a16:creationId xmlns:a16="http://schemas.microsoft.com/office/drawing/2014/main" id="{ED2FAC80-961A-B27A-24A1-21C3E8BB625E}"/>
              </a:ext>
            </a:extLst>
          </p:cNvPr>
          <p:cNvSpPr>
            <a:spLocks noChangeAspect="1"/>
          </p:cNvSpPr>
          <p:nvPr/>
        </p:nvSpPr>
        <p:spPr>
          <a:xfrm>
            <a:off x="4114847" y="4071613"/>
            <a:ext cx="272677" cy="258301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54" name="Data entry 3">
            <a:extLst>
              <a:ext uri="{FF2B5EF4-FFF2-40B4-BE49-F238E27FC236}">
                <a16:creationId xmlns:a16="http://schemas.microsoft.com/office/drawing/2014/main" id="{84344135-CA79-5394-1769-42913A045B22}"/>
              </a:ext>
            </a:extLst>
          </p:cNvPr>
          <p:cNvSpPr>
            <a:spLocks noChangeAspect="1"/>
          </p:cNvSpPr>
          <p:nvPr/>
        </p:nvSpPr>
        <p:spPr>
          <a:xfrm>
            <a:off x="3118664" y="4067593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bg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4450F4C4-3FF6-D9D0-8284-CA29F7D478A4}"/>
              </a:ext>
            </a:extLst>
          </p:cNvPr>
          <p:cNvSpPr>
            <a:spLocks noChangeAspect="1"/>
          </p:cNvSpPr>
          <p:nvPr/>
        </p:nvSpPr>
        <p:spPr>
          <a:xfrm>
            <a:off x="6036978" y="4148221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1AA148A6-300C-8C13-CB4F-261C34372DCE}"/>
              </a:ext>
            </a:extLst>
          </p:cNvPr>
          <p:cNvSpPr>
            <a:spLocks noChangeAspect="1"/>
          </p:cNvSpPr>
          <p:nvPr/>
        </p:nvSpPr>
        <p:spPr>
          <a:xfrm>
            <a:off x="6184031" y="4148221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B1AD9758-97FB-A5F0-9503-334856A8893F}"/>
              </a:ext>
            </a:extLst>
          </p:cNvPr>
          <p:cNvSpPr>
            <a:spLocks noChangeAspect="1"/>
          </p:cNvSpPr>
          <p:nvPr/>
        </p:nvSpPr>
        <p:spPr>
          <a:xfrm>
            <a:off x="6331084" y="4145669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37132C87-BABC-CAB8-2842-A475A810AD65}"/>
              </a:ext>
            </a:extLst>
          </p:cNvPr>
          <p:cNvSpPr>
            <a:spLocks noChangeAspect="1"/>
          </p:cNvSpPr>
          <p:nvPr/>
        </p:nvSpPr>
        <p:spPr>
          <a:xfrm>
            <a:off x="7962143" y="4148221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8A96FC82-19BF-4D5B-AE7F-CF37CEA99F01}"/>
              </a:ext>
            </a:extLst>
          </p:cNvPr>
          <p:cNvSpPr>
            <a:spLocks noChangeAspect="1"/>
          </p:cNvSpPr>
          <p:nvPr/>
        </p:nvSpPr>
        <p:spPr>
          <a:xfrm>
            <a:off x="8109196" y="4148221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CE2995AD-AE0C-0B10-91C0-74562BA28021}"/>
              </a:ext>
            </a:extLst>
          </p:cNvPr>
          <p:cNvSpPr>
            <a:spLocks noChangeAspect="1"/>
          </p:cNvSpPr>
          <p:nvPr/>
        </p:nvSpPr>
        <p:spPr>
          <a:xfrm>
            <a:off x="8256249" y="4145669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2" name="Data entry 3">
            <a:extLst>
              <a:ext uri="{FF2B5EF4-FFF2-40B4-BE49-F238E27FC236}">
                <a16:creationId xmlns:a16="http://schemas.microsoft.com/office/drawing/2014/main" id="{62D0176B-30CC-9C82-34DE-B538752C1D22}"/>
              </a:ext>
            </a:extLst>
          </p:cNvPr>
          <p:cNvSpPr>
            <a:spLocks noChangeAspect="1"/>
          </p:cNvSpPr>
          <p:nvPr/>
        </p:nvSpPr>
        <p:spPr>
          <a:xfrm>
            <a:off x="8926575" y="4068683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63" name="Data entry 3">
            <a:extLst>
              <a:ext uri="{FF2B5EF4-FFF2-40B4-BE49-F238E27FC236}">
                <a16:creationId xmlns:a16="http://schemas.microsoft.com/office/drawing/2014/main" id="{6845C245-DB4B-5371-84D3-82623A512819}"/>
              </a:ext>
            </a:extLst>
          </p:cNvPr>
          <p:cNvSpPr>
            <a:spLocks noChangeAspect="1"/>
          </p:cNvSpPr>
          <p:nvPr/>
        </p:nvSpPr>
        <p:spPr>
          <a:xfrm>
            <a:off x="9925458" y="4055396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66" name="Data entry 7">
            <a:extLst>
              <a:ext uri="{FF2B5EF4-FFF2-40B4-BE49-F238E27FC236}">
                <a16:creationId xmlns:a16="http://schemas.microsoft.com/office/drawing/2014/main" id="{31E727FC-AAFD-B946-0112-ECEC4B5D37DC}"/>
              </a:ext>
            </a:extLst>
          </p:cNvPr>
          <p:cNvSpPr>
            <a:spLocks noChangeAspect="1"/>
          </p:cNvSpPr>
          <p:nvPr/>
        </p:nvSpPr>
        <p:spPr>
          <a:xfrm>
            <a:off x="4118559" y="3738891"/>
            <a:ext cx="272677" cy="258301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67" name="Data entry 2">
            <a:extLst>
              <a:ext uri="{FF2B5EF4-FFF2-40B4-BE49-F238E27FC236}">
                <a16:creationId xmlns:a16="http://schemas.microsoft.com/office/drawing/2014/main" id="{091D7865-9D98-69E1-B1A7-A8B74FEB70F4}"/>
              </a:ext>
            </a:extLst>
          </p:cNvPr>
          <p:cNvSpPr>
            <a:spLocks noChangeAspect="1"/>
          </p:cNvSpPr>
          <p:nvPr/>
        </p:nvSpPr>
        <p:spPr>
          <a:xfrm>
            <a:off x="3118664" y="3737311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68" name="Oval 467">
            <a:extLst>
              <a:ext uri="{FF2B5EF4-FFF2-40B4-BE49-F238E27FC236}">
                <a16:creationId xmlns:a16="http://schemas.microsoft.com/office/drawing/2014/main" id="{4E6C06D4-0A59-F936-647D-1661260376DF}"/>
              </a:ext>
            </a:extLst>
          </p:cNvPr>
          <p:cNvSpPr>
            <a:spLocks noChangeAspect="1"/>
          </p:cNvSpPr>
          <p:nvPr/>
        </p:nvSpPr>
        <p:spPr>
          <a:xfrm>
            <a:off x="6040690" y="3817939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9" name="Oval 468">
            <a:extLst>
              <a:ext uri="{FF2B5EF4-FFF2-40B4-BE49-F238E27FC236}">
                <a16:creationId xmlns:a16="http://schemas.microsoft.com/office/drawing/2014/main" id="{EDD35C43-9A62-3F31-65B2-7ADA29FF42D4}"/>
              </a:ext>
            </a:extLst>
          </p:cNvPr>
          <p:cNvSpPr>
            <a:spLocks noChangeAspect="1"/>
          </p:cNvSpPr>
          <p:nvPr/>
        </p:nvSpPr>
        <p:spPr>
          <a:xfrm>
            <a:off x="6187743" y="3817939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0" name="Oval 469">
            <a:extLst>
              <a:ext uri="{FF2B5EF4-FFF2-40B4-BE49-F238E27FC236}">
                <a16:creationId xmlns:a16="http://schemas.microsoft.com/office/drawing/2014/main" id="{033F8D43-8C51-5B74-81E4-FDAC7846C0D0}"/>
              </a:ext>
            </a:extLst>
          </p:cNvPr>
          <p:cNvSpPr>
            <a:spLocks noChangeAspect="1"/>
          </p:cNvSpPr>
          <p:nvPr/>
        </p:nvSpPr>
        <p:spPr>
          <a:xfrm>
            <a:off x="6334796" y="3815387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2" name="Oval 471">
            <a:extLst>
              <a:ext uri="{FF2B5EF4-FFF2-40B4-BE49-F238E27FC236}">
                <a16:creationId xmlns:a16="http://schemas.microsoft.com/office/drawing/2014/main" id="{A2B71AE2-275B-3337-2099-6E5BE96D0EA6}"/>
              </a:ext>
            </a:extLst>
          </p:cNvPr>
          <p:cNvSpPr>
            <a:spLocks noChangeAspect="1"/>
          </p:cNvSpPr>
          <p:nvPr/>
        </p:nvSpPr>
        <p:spPr>
          <a:xfrm>
            <a:off x="7965855" y="3817939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3" name="Oval 472">
            <a:extLst>
              <a:ext uri="{FF2B5EF4-FFF2-40B4-BE49-F238E27FC236}">
                <a16:creationId xmlns:a16="http://schemas.microsoft.com/office/drawing/2014/main" id="{F5FBCF6A-0A6F-6DE2-82A9-690FAA2A7976}"/>
              </a:ext>
            </a:extLst>
          </p:cNvPr>
          <p:cNvSpPr>
            <a:spLocks noChangeAspect="1"/>
          </p:cNvSpPr>
          <p:nvPr/>
        </p:nvSpPr>
        <p:spPr>
          <a:xfrm>
            <a:off x="8112908" y="3817939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2B33CCD7-B3F8-B434-7026-ADB778CF8A4E}"/>
              </a:ext>
            </a:extLst>
          </p:cNvPr>
          <p:cNvSpPr>
            <a:spLocks noChangeAspect="1"/>
          </p:cNvSpPr>
          <p:nvPr/>
        </p:nvSpPr>
        <p:spPr>
          <a:xfrm>
            <a:off x="8259961" y="3815387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5" name="Data entry 2">
            <a:extLst>
              <a:ext uri="{FF2B5EF4-FFF2-40B4-BE49-F238E27FC236}">
                <a16:creationId xmlns:a16="http://schemas.microsoft.com/office/drawing/2014/main" id="{F80A7641-2205-A8AE-76FA-106C7358EE72}"/>
              </a:ext>
            </a:extLst>
          </p:cNvPr>
          <p:cNvSpPr>
            <a:spLocks noChangeAspect="1"/>
          </p:cNvSpPr>
          <p:nvPr/>
        </p:nvSpPr>
        <p:spPr>
          <a:xfrm>
            <a:off x="8926575" y="3738401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76" name="Data entry 2">
            <a:extLst>
              <a:ext uri="{FF2B5EF4-FFF2-40B4-BE49-F238E27FC236}">
                <a16:creationId xmlns:a16="http://schemas.microsoft.com/office/drawing/2014/main" id="{E3509EB6-956E-78CC-7F24-5F4519DFEDD5}"/>
              </a:ext>
            </a:extLst>
          </p:cNvPr>
          <p:cNvSpPr>
            <a:spLocks noChangeAspect="1"/>
          </p:cNvSpPr>
          <p:nvPr/>
        </p:nvSpPr>
        <p:spPr>
          <a:xfrm>
            <a:off x="9925458" y="3725114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79" name="Data entry 6">
            <a:extLst>
              <a:ext uri="{FF2B5EF4-FFF2-40B4-BE49-F238E27FC236}">
                <a16:creationId xmlns:a16="http://schemas.microsoft.com/office/drawing/2014/main" id="{D1D25694-1E68-3F39-EA55-0704ED6667E3}"/>
              </a:ext>
            </a:extLst>
          </p:cNvPr>
          <p:cNvSpPr>
            <a:spLocks noChangeAspect="1"/>
          </p:cNvSpPr>
          <p:nvPr/>
        </p:nvSpPr>
        <p:spPr>
          <a:xfrm>
            <a:off x="4114847" y="3428174"/>
            <a:ext cx="272677" cy="258301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80" name="Data entry 1">
            <a:extLst>
              <a:ext uri="{FF2B5EF4-FFF2-40B4-BE49-F238E27FC236}">
                <a16:creationId xmlns:a16="http://schemas.microsoft.com/office/drawing/2014/main" id="{A74BBD95-6D21-69E5-E6DA-DEB80C8BC59D}"/>
              </a:ext>
            </a:extLst>
          </p:cNvPr>
          <p:cNvSpPr>
            <a:spLocks noChangeAspect="1"/>
          </p:cNvSpPr>
          <p:nvPr/>
        </p:nvSpPr>
        <p:spPr>
          <a:xfrm>
            <a:off x="3118664" y="3429035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chemeClr val="bg2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81AEEB0D-0545-89E0-4545-E086F2D9CBF6}"/>
              </a:ext>
            </a:extLst>
          </p:cNvPr>
          <p:cNvSpPr>
            <a:spLocks noChangeAspect="1"/>
          </p:cNvSpPr>
          <p:nvPr/>
        </p:nvSpPr>
        <p:spPr>
          <a:xfrm>
            <a:off x="6036978" y="3501895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4DAF8389-6066-2993-A713-FC86BA4C4602}"/>
              </a:ext>
            </a:extLst>
          </p:cNvPr>
          <p:cNvSpPr>
            <a:spLocks noChangeAspect="1"/>
          </p:cNvSpPr>
          <p:nvPr/>
        </p:nvSpPr>
        <p:spPr>
          <a:xfrm>
            <a:off x="6184031" y="3501895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5B7628DF-0012-2211-E9AB-C76B13C60F40}"/>
              </a:ext>
            </a:extLst>
          </p:cNvPr>
          <p:cNvSpPr>
            <a:spLocks noChangeAspect="1"/>
          </p:cNvSpPr>
          <p:nvPr/>
        </p:nvSpPr>
        <p:spPr>
          <a:xfrm>
            <a:off x="6331084" y="3499343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5" name="Oval 484">
            <a:extLst>
              <a:ext uri="{FF2B5EF4-FFF2-40B4-BE49-F238E27FC236}">
                <a16:creationId xmlns:a16="http://schemas.microsoft.com/office/drawing/2014/main" id="{9E44ED52-0EF0-87BA-5774-3AC9A18B6FE4}"/>
              </a:ext>
            </a:extLst>
          </p:cNvPr>
          <p:cNvSpPr>
            <a:spLocks noChangeAspect="1"/>
          </p:cNvSpPr>
          <p:nvPr/>
        </p:nvSpPr>
        <p:spPr>
          <a:xfrm>
            <a:off x="7962143" y="3501895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6" name="Oval 485">
            <a:extLst>
              <a:ext uri="{FF2B5EF4-FFF2-40B4-BE49-F238E27FC236}">
                <a16:creationId xmlns:a16="http://schemas.microsoft.com/office/drawing/2014/main" id="{63A6F0A4-F73E-CC8C-7049-4D3FDE7E5690}"/>
              </a:ext>
            </a:extLst>
          </p:cNvPr>
          <p:cNvSpPr>
            <a:spLocks noChangeAspect="1"/>
          </p:cNvSpPr>
          <p:nvPr/>
        </p:nvSpPr>
        <p:spPr>
          <a:xfrm>
            <a:off x="8109196" y="3501895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7" name="Oval 486">
            <a:extLst>
              <a:ext uri="{FF2B5EF4-FFF2-40B4-BE49-F238E27FC236}">
                <a16:creationId xmlns:a16="http://schemas.microsoft.com/office/drawing/2014/main" id="{E1910A07-19E1-2303-1DE7-210C2DF89FA1}"/>
              </a:ext>
            </a:extLst>
          </p:cNvPr>
          <p:cNvSpPr>
            <a:spLocks noChangeAspect="1"/>
          </p:cNvSpPr>
          <p:nvPr/>
        </p:nvSpPr>
        <p:spPr>
          <a:xfrm>
            <a:off x="8256249" y="3499343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8" name="Data entry 1">
            <a:extLst>
              <a:ext uri="{FF2B5EF4-FFF2-40B4-BE49-F238E27FC236}">
                <a16:creationId xmlns:a16="http://schemas.microsoft.com/office/drawing/2014/main" id="{89FE4ED6-803B-577E-2CE2-2720A6D1DE3F}"/>
              </a:ext>
            </a:extLst>
          </p:cNvPr>
          <p:cNvSpPr>
            <a:spLocks noChangeAspect="1"/>
          </p:cNvSpPr>
          <p:nvPr/>
        </p:nvSpPr>
        <p:spPr>
          <a:xfrm>
            <a:off x="8926575" y="3430125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89" name="Data entry 1">
            <a:extLst>
              <a:ext uri="{FF2B5EF4-FFF2-40B4-BE49-F238E27FC236}">
                <a16:creationId xmlns:a16="http://schemas.microsoft.com/office/drawing/2014/main" id="{B2FEE998-2A8E-A8A1-D777-A6467142B3DE}"/>
              </a:ext>
            </a:extLst>
          </p:cNvPr>
          <p:cNvSpPr>
            <a:spLocks noChangeAspect="1"/>
          </p:cNvSpPr>
          <p:nvPr/>
        </p:nvSpPr>
        <p:spPr>
          <a:xfrm>
            <a:off x="9925458" y="3416838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2" name="!!model">
            <a:extLst>
              <a:ext uri="{FF2B5EF4-FFF2-40B4-BE49-F238E27FC236}">
                <a16:creationId xmlns:a16="http://schemas.microsoft.com/office/drawing/2014/main" id="{93DF20F1-A1E1-720E-092E-8718D5A0D89F}"/>
              </a:ext>
            </a:extLst>
          </p:cNvPr>
          <p:cNvSpPr/>
          <p:nvPr/>
        </p:nvSpPr>
        <p:spPr>
          <a:xfrm>
            <a:off x="464738" y="5027454"/>
            <a:ext cx="11290852" cy="1492216"/>
          </a:xfrm>
          <a:prstGeom prst="roundRect">
            <a:avLst>
              <a:gd name="adj" fmla="val 6667"/>
            </a:avLst>
          </a:prstGeom>
          <a:solidFill>
            <a:srgbClr val="2C4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3" name="!!model">
            <a:extLst>
              <a:ext uri="{FF2B5EF4-FFF2-40B4-BE49-F238E27FC236}">
                <a16:creationId xmlns:a16="http://schemas.microsoft.com/office/drawing/2014/main" id="{0FC668D2-8C96-FE0A-1C5C-629947A7F1B3}"/>
              </a:ext>
            </a:extLst>
          </p:cNvPr>
          <p:cNvSpPr/>
          <p:nvPr/>
        </p:nvSpPr>
        <p:spPr>
          <a:xfrm>
            <a:off x="1681627" y="5099560"/>
            <a:ext cx="9979371" cy="1343717"/>
          </a:xfrm>
          <a:prstGeom prst="roundRect">
            <a:avLst>
              <a:gd name="adj" fmla="val 66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4" name="BG-Block">
            <a:extLst>
              <a:ext uri="{FF2B5EF4-FFF2-40B4-BE49-F238E27FC236}">
                <a16:creationId xmlns:a16="http://schemas.microsoft.com/office/drawing/2014/main" id="{36AA563F-ACE2-C102-C40A-D2C6E8730DB8}"/>
              </a:ext>
            </a:extLst>
          </p:cNvPr>
          <p:cNvSpPr/>
          <p:nvPr/>
        </p:nvSpPr>
        <p:spPr>
          <a:xfrm rot="5400000">
            <a:off x="10456153" y="5339768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5" name="BG-Block">
            <a:extLst>
              <a:ext uri="{FF2B5EF4-FFF2-40B4-BE49-F238E27FC236}">
                <a16:creationId xmlns:a16="http://schemas.microsoft.com/office/drawing/2014/main" id="{DC507611-509A-C993-AE52-5582A910799A}"/>
              </a:ext>
            </a:extLst>
          </p:cNvPr>
          <p:cNvSpPr/>
          <p:nvPr/>
        </p:nvSpPr>
        <p:spPr>
          <a:xfrm rot="5400000">
            <a:off x="9458555" y="5339768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6" name="BG-Block">
            <a:extLst>
              <a:ext uri="{FF2B5EF4-FFF2-40B4-BE49-F238E27FC236}">
                <a16:creationId xmlns:a16="http://schemas.microsoft.com/office/drawing/2014/main" id="{1DF92754-9E73-7F90-B234-0BBF8EEA82E3}"/>
              </a:ext>
            </a:extLst>
          </p:cNvPr>
          <p:cNvSpPr/>
          <p:nvPr/>
        </p:nvSpPr>
        <p:spPr>
          <a:xfrm rot="5400000">
            <a:off x="8466035" y="5339768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7" name="BG-Block">
            <a:extLst>
              <a:ext uri="{FF2B5EF4-FFF2-40B4-BE49-F238E27FC236}">
                <a16:creationId xmlns:a16="http://schemas.microsoft.com/office/drawing/2014/main" id="{EA437C1F-3568-FEE9-8948-689C725D2720}"/>
              </a:ext>
            </a:extLst>
          </p:cNvPr>
          <p:cNvSpPr/>
          <p:nvPr/>
        </p:nvSpPr>
        <p:spPr>
          <a:xfrm rot="5400000">
            <a:off x="6550088" y="5339768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8" name="BG-Block">
            <a:extLst>
              <a:ext uri="{FF2B5EF4-FFF2-40B4-BE49-F238E27FC236}">
                <a16:creationId xmlns:a16="http://schemas.microsoft.com/office/drawing/2014/main" id="{50C07CED-1AEB-E2BC-8460-0DAE634D8210}"/>
              </a:ext>
            </a:extLst>
          </p:cNvPr>
          <p:cNvSpPr/>
          <p:nvPr/>
        </p:nvSpPr>
        <p:spPr>
          <a:xfrm rot="5400000">
            <a:off x="2140233" y="4828239"/>
            <a:ext cx="1240794" cy="1885418"/>
          </a:xfrm>
          <a:prstGeom prst="roundRect">
            <a:avLst>
              <a:gd name="adj" fmla="val 10987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9" name="BG-Block">
            <a:extLst>
              <a:ext uri="{FF2B5EF4-FFF2-40B4-BE49-F238E27FC236}">
                <a16:creationId xmlns:a16="http://schemas.microsoft.com/office/drawing/2014/main" id="{DE3A7E92-AC9C-F67A-FDE7-EF32762184C4}"/>
              </a:ext>
            </a:extLst>
          </p:cNvPr>
          <p:cNvSpPr/>
          <p:nvPr/>
        </p:nvSpPr>
        <p:spPr>
          <a:xfrm rot="5400000">
            <a:off x="3648337" y="5339768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00" name="BG-Block">
            <a:extLst>
              <a:ext uri="{FF2B5EF4-FFF2-40B4-BE49-F238E27FC236}">
                <a16:creationId xmlns:a16="http://schemas.microsoft.com/office/drawing/2014/main" id="{56B3CFA1-1CE3-DC0F-A2CD-8F84089B566F}"/>
              </a:ext>
            </a:extLst>
          </p:cNvPr>
          <p:cNvSpPr/>
          <p:nvPr/>
        </p:nvSpPr>
        <p:spPr>
          <a:xfrm rot="5400000">
            <a:off x="4645791" y="5339768"/>
            <a:ext cx="1240794" cy="862361"/>
          </a:xfrm>
          <a:prstGeom prst="roundRect">
            <a:avLst>
              <a:gd name="adj" fmla="val 19070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" name="Textfeld fold1">
                <a:extLst>
                  <a:ext uri="{FF2B5EF4-FFF2-40B4-BE49-F238E27FC236}">
                    <a16:creationId xmlns:a16="http://schemas.microsoft.com/office/drawing/2014/main" id="{4CF20136-84C5-1848-6F30-B56DEB67E1C9}"/>
                  </a:ext>
                </a:extLst>
              </p:cNvPr>
              <p:cNvSpPr txBox="1"/>
              <p:nvPr/>
            </p:nvSpPr>
            <p:spPr>
              <a:xfrm>
                <a:off x="2960397" y="5125904"/>
                <a:ext cx="6538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2000" b="1" dirty="0">
                  <a:solidFill>
                    <a:schemeClr val="bg2">
                      <a:lumMod val="7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1" name="Textfeld fold1">
                <a:extLst>
                  <a:ext uri="{FF2B5EF4-FFF2-40B4-BE49-F238E27FC236}">
                    <a16:creationId xmlns:a16="http://schemas.microsoft.com/office/drawing/2014/main" id="{4CF20136-84C5-1848-6F30-B56DEB67E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397" y="5125904"/>
                <a:ext cx="653833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" name="Textfeld fold1">
                <a:extLst>
                  <a:ext uri="{FF2B5EF4-FFF2-40B4-BE49-F238E27FC236}">
                    <a16:creationId xmlns:a16="http://schemas.microsoft.com/office/drawing/2014/main" id="{4F1CBD1A-BCD7-D563-FB91-D66C8312871B}"/>
                  </a:ext>
                </a:extLst>
              </p:cNvPr>
              <p:cNvSpPr txBox="1"/>
              <p:nvPr/>
            </p:nvSpPr>
            <p:spPr>
              <a:xfrm>
                <a:off x="2009590" y="5150551"/>
                <a:ext cx="54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2" name="Textfeld fold1">
                <a:extLst>
                  <a:ext uri="{FF2B5EF4-FFF2-40B4-BE49-F238E27FC236}">
                    <a16:creationId xmlns:a16="http://schemas.microsoft.com/office/drawing/2014/main" id="{4F1CBD1A-BCD7-D563-FB91-D66C83128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590" y="5150551"/>
                <a:ext cx="541623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3" name="Textfeld fold1">
                <a:extLst>
                  <a:ext uri="{FF2B5EF4-FFF2-40B4-BE49-F238E27FC236}">
                    <a16:creationId xmlns:a16="http://schemas.microsoft.com/office/drawing/2014/main" id="{B32BA1B4-1473-0A5F-9409-152EE34CC72E}"/>
                  </a:ext>
                </a:extLst>
              </p:cNvPr>
              <p:cNvSpPr txBox="1"/>
              <p:nvPr/>
            </p:nvSpPr>
            <p:spPr>
              <a:xfrm>
                <a:off x="1987316" y="5401217"/>
                <a:ext cx="618503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3" name="Textfeld fold1">
                <a:extLst>
                  <a:ext uri="{FF2B5EF4-FFF2-40B4-BE49-F238E27FC236}">
                    <a16:creationId xmlns:a16="http://schemas.microsoft.com/office/drawing/2014/main" id="{B32BA1B4-1473-0A5F-9409-152EE34CC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316" y="5401217"/>
                <a:ext cx="618503" cy="41351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4" name="Textfeld fold1">
                <a:extLst>
                  <a:ext uri="{FF2B5EF4-FFF2-40B4-BE49-F238E27FC236}">
                    <a16:creationId xmlns:a16="http://schemas.microsoft.com/office/drawing/2014/main" id="{6F6C6620-54CD-6416-05E7-9CEF2C0DE28B}"/>
                  </a:ext>
                </a:extLst>
              </p:cNvPr>
              <p:cNvSpPr txBox="1"/>
              <p:nvPr/>
            </p:nvSpPr>
            <p:spPr>
              <a:xfrm>
                <a:off x="1990610" y="5705106"/>
                <a:ext cx="632930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4" name="Textfeld fold1">
                <a:extLst>
                  <a:ext uri="{FF2B5EF4-FFF2-40B4-BE49-F238E27FC236}">
                    <a16:creationId xmlns:a16="http://schemas.microsoft.com/office/drawing/2014/main" id="{6F6C6620-54CD-6416-05E7-9CEF2C0DE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610" y="5705106"/>
                <a:ext cx="632930" cy="41351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5" name="Textfeld fold1">
                <a:extLst>
                  <a:ext uri="{FF2B5EF4-FFF2-40B4-BE49-F238E27FC236}">
                    <a16:creationId xmlns:a16="http://schemas.microsoft.com/office/drawing/2014/main" id="{D094A6AB-E3E4-F0EC-E041-08E39B479F00}"/>
                  </a:ext>
                </a:extLst>
              </p:cNvPr>
              <p:cNvSpPr txBox="1"/>
              <p:nvPr/>
            </p:nvSpPr>
            <p:spPr>
              <a:xfrm>
                <a:off x="1997734" y="6016736"/>
                <a:ext cx="604075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5" name="Textfeld fold1">
                <a:extLst>
                  <a:ext uri="{FF2B5EF4-FFF2-40B4-BE49-F238E27FC236}">
                    <a16:creationId xmlns:a16="http://schemas.microsoft.com/office/drawing/2014/main" id="{D094A6AB-E3E4-F0EC-E041-08E39B479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734" y="6016736"/>
                <a:ext cx="604075" cy="41351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6" name="Textfeld fold1">
                <a:extLst>
                  <a:ext uri="{FF2B5EF4-FFF2-40B4-BE49-F238E27FC236}">
                    <a16:creationId xmlns:a16="http://schemas.microsoft.com/office/drawing/2014/main" id="{CFF83EC9-ABFC-7816-0670-8B1E9297346E}"/>
                  </a:ext>
                </a:extLst>
              </p:cNvPr>
              <p:cNvSpPr txBox="1"/>
              <p:nvPr/>
            </p:nvSpPr>
            <p:spPr>
              <a:xfrm>
                <a:off x="6849233" y="5125904"/>
                <a:ext cx="5945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6" name="Textfeld fold1">
                <a:extLst>
                  <a:ext uri="{FF2B5EF4-FFF2-40B4-BE49-F238E27FC236}">
                    <a16:creationId xmlns:a16="http://schemas.microsoft.com/office/drawing/2014/main" id="{CFF83EC9-ABFC-7816-0670-8B1E92973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233" y="5125904"/>
                <a:ext cx="594522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7" name="Textfeld fold1">
                <a:extLst>
                  <a:ext uri="{FF2B5EF4-FFF2-40B4-BE49-F238E27FC236}">
                    <a16:creationId xmlns:a16="http://schemas.microsoft.com/office/drawing/2014/main" id="{D7589B5C-1D77-F1F8-AE7A-FE257A306708}"/>
                  </a:ext>
                </a:extLst>
              </p:cNvPr>
              <p:cNvSpPr txBox="1"/>
              <p:nvPr/>
            </p:nvSpPr>
            <p:spPr>
              <a:xfrm>
                <a:off x="8563919" y="5131088"/>
                <a:ext cx="1031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b="1" dirty="0">
                  <a:solidFill>
                    <a:schemeClr val="bg2">
                      <a:lumMod val="7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7" name="Textfeld fold1">
                <a:extLst>
                  <a:ext uri="{FF2B5EF4-FFF2-40B4-BE49-F238E27FC236}">
                    <a16:creationId xmlns:a16="http://schemas.microsoft.com/office/drawing/2014/main" id="{D7589B5C-1D77-F1F8-AE7A-FE257A306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919" y="5131088"/>
                <a:ext cx="103105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9" name="Textfeld fold1">
                <a:extLst>
                  <a:ext uri="{FF2B5EF4-FFF2-40B4-BE49-F238E27FC236}">
                    <a16:creationId xmlns:a16="http://schemas.microsoft.com/office/drawing/2014/main" id="{9D78C0E4-CB4B-0C4D-3127-06C2391EFC70}"/>
                  </a:ext>
                </a:extLst>
              </p:cNvPr>
              <p:cNvSpPr txBox="1"/>
              <p:nvPr/>
            </p:nvSpPr>
            <p:spPr>
              <a:xfrm>
                <a:off x="10810527" y="5138403"/>
                <a:ext cx="4256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de-DE" b="1" dirty="0">
                  <a:solidFill>
                    <a:schemeClr val="bg2">
                      <a:lumMod val="7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9" name="Textfeld fold1">
                <a:extLst>
                  <a:ext uri="{FF2B5EF4-FFF2-40B4-BE49-F238E27FC236}">
                    <a16:creationId xmlns:a16="http://schemas.microsoft.com/office/drawing/2014/main" id="{9D78C0E4-CB4B-0C4D-3127-06C2391EF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527" y="5138403"/>
                <a:ext cx="425692" cy="369332"/>
              </a:xfrm>
              <a:prstGeom prst="rect">
                <a:avLst/>
              </a:prstGeom>
              <a:blipFill>
                <a:blip r:embed="rId32"/>
                <a:stretch>
                  <a:fillRect r="-235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0" name="Textfeld fold1">
                <a:extLst>
                  <a:ext uri="{FF2B5EF4-FFF2-40B4-BE49-F238E27FC236}">
                    <a16:creationId xmlns:a16="http://schemas.microsoft.com/office/drawing/2014/main" id="{17E3365F-94E6-C160-DC9D-FAF75799DA17}"/>
                  </a:ext>
                </a:extLst>
              </p:cNvPr>
              <p:cNvSpPr txBox="1"/>
              <p:nvPr/>
            </p:nvSpPr>
            <p:spPr>
              <a:xfrm>
                <a:off x="3918772" y="5118971"/>
                <a:ext cx="6538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sz="2000" b="1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sz="2000" b="1" dirty="0">
                  <a:solidFill>
                    <a:schemeClr val="bg2">
                      <a:lumMod val="7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10" name="Textfeld fold1">
                <a:extLst>
                  <a:ext uri="{FF2B5EF4-FFF2-40B4-BE49-F238E27FC236}">
                    <a16:creationId xmlns:a16="http://schemas.microsoft.com/office/drawing/2014/main" id="{17E3365F-94E6-C160-DC9D-FAF75799D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772" y="5118971"/>
                <a:ext cx="653833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1" name="Textfeld fold1">
                <a:extLst>
                  <a:ext uri="{FF2B5EF4-FFF2-40B4-BE49-F238E27FC236}">
                    <a16:creationId xmlns:a16="http://schemas.microsoft.com/office/drawing/2014/main" id="{974F9934-23C0-55C7-E774-13BC2384813D}"/>
                  </a:ext>
                </a:extLst>
              </p:cNvPr>
              <p:cNvSpPr txBox="1"/>
              <p:nvPr/>
            </p:nvSpPr>
            <p:spPr>
              <a:xfrm>
                <a:off x="4916472" y="5105997"/>
                <a:ext cx="6538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11" name="Textfeld fold1">
                <a:extLst>
                  <a:ext uri="{FF2B5EF4-FFF2-40B4-BE49-F238E27FC236}">
                    <a16:creationId xmlns:a16="http://schemas.microsoft.com/office/drawing/2014/main" id="{974F9934-23C0-55C7-E774-13BC23848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472" y="5105997"/>
                <a:ext cx="653833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" name="Textfeld fold1">
                <a:extLst>
                  <a:ext uri="{FF2B5EF4-FFF2-40B4-BE49-F238E27FC236}">
                    <a16:creationId xmlns:a16="http://schemas.microsoft.com/office/drawing/2014/main" id="{0826D6E2-496B-1A9A-7821-07D1ABE8B53F}"/>
                  </a:ext>
                </a:extLst>
              </p:cNvPr>
              <p:cNvSpPr txBox="1"/>
              <p:nvPr/>
            </p:nvSpPr>
            <p:spPr>
              <a:xfrm>
                <a:off x="436409" y="5503763"/>
                <a:ext cx="124303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de-DE" sz="3200" b="1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12" name="Textfeld fold1">
                <a:extLst>
                  <a:ext uri="{FF2B5EF4-FFF2-40B4-BE49-F238E27FC236}">
                    <a16:creationId xmlns:a16="http://schemas.microsoft.com/office/drawing/2014/main" id="{0826D6E2-496B-1A9A-7821-07D1ABE8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09" y="5503763"/>
                <a:ext cx="1243033" cy="58477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3" name="Data entry 8">
            <a:extLst>
              <a:ext uri="{FF2B5EF4-FFF2-40B4-BE49-F238E27FC236}">
                <a16:creationId xmlns:a16="http://schemas.microsoft.com/office/drawing/2014/main" id="{95EED8CC-BB61-B06F-D771-97FE77350FED}"/>
              </a:ext>
            </a:extLst>
          </p:cNvPr>
          <p:cNvSpPr>
            <a:spLocks noChangeAspect="1"/>
          </p:cNvSpPr>
          <p:nvPr/>
        </p:nvSpPr>
        <p:spPr>
          <a:xfrm>
            <a:off x="5109487" y="6082335"/>
            <a:ext cx="272677" cy="258301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16" name="Oval 515">
            <a:extLst>
              <a:ext uri="{FF2B5EF4-FFF2-40B4-BE49-F238E27FC236}">
                <a16:creationId xmlns:a16="http://schemas.microsoft.com/office/drawing/2014/main" id="{EA013BC3-2B9D-A990-A9D0-47AEDFB16268}"/>
              </a:ext>
            </a:extLst>
          </p:cNvPr>
          <p:cNvSpPr>
            <a:spLocks noChangeAspect="1"/>
          </p:cNvSpPr>
          <p:nvPr/>
        </p:nvSpPr>
        <p:spPr>
          <a:xfrm>
            <a:off x="6036978" y="617027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7" name="Oval 516">
            <a:extLst>
              <a:ext uri="{FF2B5EF4-FFF2-40B4-BE49-F238E27FC236}">
                <a16:creationId xmlns:a16="http://schemas.microsoft.com/office/drawing/2014/main" id="{E4DB613F-D6D9-4918-09AB-5CBD11EE6DAC}"/>
              </a:ext>
            </a:extLst>
          </p:cNvPr>
          <p:cNvSpPr>
            <a:spLocks noChangeAspect="1"/>
          </p:cNvSpPr>
          <p:nvPr/>
        </p:nvSpPr>
        <p:spPr>
          <a:xfrm>
            <a:off x="6184031" y="617027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1DB891CA-C88F-CBA9-BBA0-CC6BBE72F00F}"/>
              </a:ext>
            </a:extLst>
          </p:cNvPr>
          <p:cNvSpPr>
            <a:spLocks noChangeAspect="1"/>
          </p:cNvSpPr>
          <p:nvPr/>
        </p:nvSpPr>
        <p:spPr>
          <a:xfrm>
            <a:off x="6331084" y="616772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9" name="Data entry 3">
            <a:extLst>
              <a:ext uri="{FF2B5EF4-FFF2-40B4-BE49-F238E27FC236}">
                <a16:creationId xmlns:a16="http://schemas.microsoft.com/office/drawing/2014/main" id="{BA613987-6FC2-9F77-59FD-2942A8F21526}"/>
              </a:ext>
            </a:extLst>
          </p:cNvPr>
          <p:cNvSpPr>
            <a:spLocks noChangeAspect="1"/>
          </p:cNvSpPr>
          <p:nvPr/>
        </p:nvSpPr>
        <p:spPr>
          <a:xfrm>
            <a:off x="7018035" y="6089648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7AFB5F52-010F-2C76-D62D-7CF418E1E9C7}"/>
              </a:ext>
            </a:extLst>
          </p:cNvPr>
          <p:cNvSpPr>
            <a:spLocks noChangeAspect="1"/>
          </p:cNvSpPr>
          <p:nvPr/>
        </p:nvSpPr>
        <p:spPr>
          <a:xfrm>
            <a:off x="7962143" y="617027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1" name="Oval 520">
            <a:extLst>
              <a:ext uri="{FF2B5EF4-FFF2-40B4-BE49-F238E27FC236}">
                <a16:creationId xmlns:a16="http://schemas.microsoft.com/office/drawing/2014/main" id="{94F5E2CD-50FC-2830-CE0E-90EEC078EB8E}"/>
              </a:ext>
            </a:extLst>
          </p:cNvPr>
          <p:cNvSpPr>
            <a:spLocks noChangeAspect="1"/>
          </p:cNvSpPr>
          <p:nvPr/>
        </p:nvSpPr>
        <p:spPr>
          <a:xfrm>
            <a:off x="8109196" y="6170276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2" name="Oval 521">
            <a:extLst>
              <a:ext uri="{FF2B5EF4-FFF2-40B4-BE49-F238E27FC236}">
                <a16:creationId xmlns:a16="http://schemas.microsoft.com/office/drawing/2014/main" id="{1C8C5F50-0AF1-2956-CC1D-BAC131D6F290}"/>
              </a:ext>
            </a:extLst>
          </p:cNvPr>
          <p:cNvSpPr>
            <a:spLocks noChangeAspect="1"/>
          </p:cNvSpPr>
          <p:nvPr/>
        </p:nvSpPr>
        <p:spPr>
          <a:xfrm>
            <a:off x="8256249" y="616772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4" name="Data entry 3">
            <a:extLst>
              <a:ext uri="{FF2B5EF4-FFF2-40B4-BE49-F238E27FC236}">
                <a16:creationId xmlns:a16="http://schemas.microsoft.com/office/drawing/2014/main" id="{DC4ABFDE-0B8F-CF8C-21FB-9BF07C85CC6C}"/>
              </a:ext>
            </a:extLst>
          </p:cNvPr>
          <p:cNvSpPr>
            <a:spLocks noChangeAspect="1"/>
          </p:cNvSpPr>
          <p:nvPr/>
        </p:nvSpPr>
        <p:spPr>
          <a:xfrm>
            <a:off x="9925458" y="6077451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26" name="Data entry 7">
            <a:extLst>
              <a:ext uri="{FF2B5EF4-FFF2-40B4-BE49-F238E27FC236}">
                <a16:creationId xmlns:a16="http://schemas.microsoft.com/office/drawing/2014/main" id="{056F81E0-DA56-07EF-5C9D-04FD2A947802}"/>
              </a:ext>
            </a:extLst>
          </p:cNvPr>
          <p:cNvSpPr>
            <a:spLocks noChangeAspect="1"/>
          </p:cNvSpPr>
          <p:nvPr/>
        </p:nvSpPr>
        <p:spPr>
          <a:xfrm>
            <a:off x="5113199" y="5749611"/>
            <a:ext cx="272677" cy="258301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29" name="Oval 528">
            <a:extLst>
              <a:ext uri="{FF2B5EF4-FFF2-40B4-BE49-F238E27FC236}">
                <a16:creationId xmlns:a16="http://schemas.microsoft.com/office/drawing/2014/main" id="{06FCEA83-4E34-7A15-FEBD-BE8A4E63E0D2}"/>
              </a:ext>
            </a:extLst>
          </p:cNvPr>
          <p:cNvSpPr>
            <a:spLocks noChangeAspect="1"/>
          </p:cNvSpPr>
          <p:nvPr/>
        </p:nvSpPr>
        <p:spPr>
          <a:xfrm>
            <a:off x="6040690" y="583999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0" name="Oval 529">
            <a:extLst>
              <a:ext uri="{FF2B5EF4-FFF2-40B4-BE49-F238E27FC236}">
                <a16:creationId xmlns:a16="http://schemas.microsoft.com/office/drawing/2014/main" id="{FD304EA4-7805-3E01-A63B-DD4D4BBBE4AF}"/>
              </a:ext>
            </a:extLst>
          </p:cNvPr>
          <p:cNvSpPr>
            <a:spLocks noChangeAspect="1"/>
          </p:cNvSpPr>
          <p:nvPr/>
        </p:nvSpPr>
        <p:spPr>
          <a:xfrm>
            <a:off x="6187743" y="583999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1" name="Oval 530">
            <a:extLst>
              <a:ext uri="{FF2B5EF4-FFF2-40B4-BE49-F238E27FC236}">
                <a16:creationId xmlns:a16="http://schemas.microsoft.com/office/drawing/2014/main" id="{5DD5E1F0-B2AD-B840-3736-013B5F8D1B60}"/>
              </a:ext>
            </a:extLst>
          </p:cNvPr>
          <p:cNvSpPr>
            <a:spLocks noChangeAspect="1"/>
          </p:cNvSpPr>
          <p:nvPr/>
        </p:nvSpPr>
        <p:spPr>
          <a:xfrm>
            <a:off x="6334796" y="5837442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2" name="Data entry 2">
            <a:extLst>
              <a:ext uri="{FF2B5EF4-FFF2-40B4-BE49-F238E27FC236}">
                <a16:creationId xmlns:a16="http://schemas.microsoft.com/office/drawing/2014/main" id="{AF06F19A-0DB3-9D79-7733-8FB36C1596E5}"/>
              </a:ext>
            </a:extLst>
          </p:cNvPr>
          <p:cNvSpPr>
            <a:spLocks noChangeAspect="1"/>
          </p:cNvSpPr>
          <p:nvPr/>
        </p:nvSpPr>
        <p:spPr>
          <a:xfrm>
            <a:off x="7018035" y="5759366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33" name="Oval 532">
            <a:extLst>
              <a:ext uri="{FF2B5EF4-FFF2-40B4-BE49-F238E27FC236}">
                <a16:creationId xmlns:a16="http://schemas.microsoft.com/office/drawing/2014/main" id="{751151B8-44A1-FA4E-B106-082567E3015C}"/>
              </a:ext>
            </a:extLst>
          </p:cNvPr>
          <p:cNvSpPr>
            <a:spLocks noChangeAspect="1"/>
          </p:cNvSpPr>
          <p:nvPr/>
        </p:nvSpPr>
        <p:spPr>
          <a:xfrm>
            <a:off x="7965855" y="583999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4" name="Oval 533">
            <a:extLst>
              <a:ext uri="{FF2B5EF4-FFF2-40B4-BE49-F238E27FC236}">
                <a16:creationId xmlns:a16="http://schemas.microsoft.com/office/drawing/2014/main" id="{291CC83C-A677-3B89-876B-F88D061555E4}"/>
              </a:ext>
            </a:extLst>
          </p:cNvPr>
          <p:cNvSpPr>
            <a:spLocks noChangeAspect="1"/>
          </p:cNvSpPr>
          <p:nvPr/>
        </p:nvSpPr>
        <p:spPr>
          <a:xfrm>
            <a:off x="8112908" y="5839994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5" name="Oval 534">
            <a:extLst>
              <a:ext uri="{FF2B5EF4-FFF2-40B4-BE49-F238E27FC236}">
                <a16:creationId xmlns:a16="http://schemas.microsoft.com/office/drawing/2014/main" id="{8319EB21-4D05-B78B-5312-874AAE45D7D3}"/>
              </a:ext>
            </a:extLst>
          </p:cNvPr>
          <p:cNvSpPr>
            <a:spLocks noChangeAspect="1"/>
          </p:cNvSpPr>
          <p:nvPr/>
        </p:nvSpPr>
        <p:spPr>
          <a:xfrm>
            <a:off x="8259961" y="5837442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7" name="Data entry 2">
            <a:extLst>
              <a:ext uri="{FF2B5EF4-FFF2-40B4-BE49-F238E27FC236}">
                <a16:creationId xmlns:a16="http://schemas.microsoft.com/office/drawing/2014/main" id="{B7D1E8F4-DDAE-DDCC-79C9-8CEBB3D860E7}"/>
              </a:ext>
            </a:extLst>
          </p:cNvPr>
          <p:cNvSpPr>
            <a:spLocks noChangeAspect="1"/>
          </p:cNvSpPr>
          <p:nvPr/>
        </p:nvSpPr>
        <p:spPr>
          <a:xfrm>
            <a:off x="9925458" y="5747169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39" name="Data entry 6">
            <a:extLst>
              <a:ext uri="{FF2B5EF4-FFF2-40B4-BE49-F238E27FC236}">
                <a16:creationId xmlns:a16="http://schemas.microsoft.com/office/drawing/2014/main" id="{03CC8790-1565-060C-CC88-E1547FFD3E68}"/>
              </a:ext>
            </a:extLst>
          </p:cNvPr>
          <p:cNvSpPr>
            <a:spLocks noChangeAspect="1"/>
          </p:cNvSpPr>
          <p:nvPr/>
        </p:nvSpPr>
        <p:spPr>
          <a:xfrm>
            <a:off x="5109487" y="5438894"/>
            <a:ext cx="272677" cy="258301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A73A7661-5C2A-0E0E-46EF-25C554DB4B0A}"/>
              </a:ext>
            </a:extLst>
          </p:cNvPr>
          <p:cNvSpPr>
            <a:spLocks noChangeAspect="1"/>
          </p:cNvSpPr>
          <p:nvPr/>
        </p:nvSpPr>
        <p:spPr>
          <a:xfrm>
            <a:off x="6036978" y="5523950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ED6982A9-92A0-AF02-C91C-417EF4C44B59}"/>
              </a:ext>
            </a:extLst>
          </p:cNvPr>
          <p:cNvSpPr>
            <a:spLocks noChangeAspect="1"/>
          </p:cNvSpPr>
          <p:nvPr/>
        </p:nvSpPr>
        <p:spPr>
          <a:xfrm>
            <a:off x="6184031" y="5523950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9710BCB3-6F3B-EFDA-5E9F-71393B179CCA}"/>
              </a:ext>
            </a:extLst>
          </p:cNvPr>
          <p:cNvSpPr>
            <a:spLocks noChangeAspect="1"/>
          </p:cNvSpPr>
          <p:nvPr/>
        </p:nvSpPr>
        <p:spPr>
          <a:xfrm>
            <a:off x="6331084" y="5521398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5" name="Data entry 1">
            <a:extLst>
              <a:ext uri="{FF2B5EF4-FFF2-40B4-BE49-F238E27FC236}">
                <a16:creationId xmlns:a16="http://schemas.microsoft.com/office/drawing/2014/main" id="{793DAB81-38D2-937C-17FF-12461C8EF94D}"/>
              </a:ext>
            </a:extLst>
          </p:cNvPr>
          <p:cNvSpPr>
            <a:spLocks noChangeAspect="1"/>
          </p:cNvSpPr>
          <p:nvPr/>
        </p:nvSpPr>
        <p:spPr>
          <a:xfrm>
            <a:off x="7018035" y="5451090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D35E156E-26A9-6230-5A0C-5DAD99A7A8AE}"/>
              </a:ext>
            </a:extLst>
          </p:cNvPr>
          <p:cNvSpPr>
            <a:spLocks noChangeAspect="1"/>
          </p:cNvSpPr>
          <p:nvPr/>
        </p:nvSpPr>
        <p:spPr>
          <a:xfrm>
            <a:off x="7962143" y="5523950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7" name="Oval 546">
            <a:extLst>
              <a:ext uri="{FF2B5EF4-FFF2-40B4-BE49-F238E27FC236}">
                <a16:creationId xmlns:a16="http://schemas.microsoft.com/office/drawing/2014/main" id="{8A29FDBF-BD0E-63F1-8290-904A8D90F43A}"/>
              </a:ext>
            </a:extLst>
          </p:cNvPr>
          <p:cNvSpPr>
            <a:spLocks noChangeAspect="1"/>
          </p:cNvSpPr>
          <p:nvPr/>
        </p:nvSpPr>
        <p:spPr>
          <a:xfrm>
            <a:off x="8109196" y="5523950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8" name="Oval 547">
            <a:extLst>
              <a:ext uri="{FF2B5EF4-FFF2-40B4-BE49-F238E27FC236}">
                <a16:creationId xmlns:a16="http://schemas.microsoft.com/office/drawing/2014/main" id="{5273D572-39A8-D5E2-D488-37B4D753F96D}"/>
              </a:ext>
            </a:extLst>
          </p:cNvPr>
          <p:cNvSpPr>
            <a:spLocks noChangeAspect="1"/>
          </p:cNvSpPr>
          <p:nvPr/>
        </p:nvSpPr>
        <p:spPr>
          <a:xfrm>
            <a:off x="8256249" y="5521398"/>
            <a:ext cx="82201" cy="822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0" name="Data entry 1">
            <a:extLst>
              <a:ext uri="{FF2B5EF4-FFF2-40B4-BE49-F238E27FC236}">
                <a16:creationId xmlns:a16="http://schemas.microsoft.com/office/drawing/2014/main" id="{C4FA52B9-9E86-8CBC-2027-B7846D8229F6}"/>
              </a:ext>
            </a:extLst>
          </p:cNvPr>
          <p:cNvSpPr>
            <a:spLocks noChangeAspect="1"/>
          </p:cNvSpPr>
          <p:nvPr/>
        </p:nvSpPr>
        <p:spPr>
          <a:xfrm>
            <a:off x="9925458" y="5438893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grpSp>
        <p:nvGrpSpPr>
          <p:cNvPr id="556" name="Gruppieren 555">
            <a:extLst>
              <a:ext uri="{FF2B5EF4-FFF2-40B4-BE49-F238E27FC236}">
                <a16:creationId xmlns:a16="http://schemas.microsoft.com/office/drawing/2014/main" id="{8462C4B6-3BF1-1563-44AA-33898A775A76}"/>
              </a:ext>
            </a:extLst>
          </p:cNvPr>
          <p:cNvGrpSpPr/>
          <p:nvPr/>
        </p:nvGrpSpPr>
        <p:grpSpPr>
          <a:xfrm rot="5400000">
            <a:off x="820588" y="4720158"/>
            <a:ext cx="376307" cy="84753"/>
            <a:chOff x="6136078" y="5466764"/>
            <a:chExt cx="376307" cy="84753"/>
          </a:xfrm>
        </p:grpSpPr>
        <p:sp>
          <p:nvSpPr>
            <p:cNvPr id="553" name="Oval 552">
              <a:extLst>
                <a:ext uri="{FF2B5EF4-FFF2-40B4-BE49-F238E27FC236}">
                  <a16:creationId xmlns:a16="http://schemas.microsoft.com/office/drawing/2014/main" id="{B9783CE8-5F24-042D-6D09-543E39FDBC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36078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4" name="Oval 553">
              <a:extLst>
                <a:ext uri="{FF2B5EF4-FFF2-40B4-BE49-F238E27FC236}">
                  <a16:creationId xmlns:a16="http://schemas.microsoft.com/office/drawing/2014/main" id="{26CA59E7-F5D9-C8AD-D4B4-BFF7C0EFB8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83131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5" name="Oval 554">
              <a:extLst>
                <a:ext uri="{FF2B5EF4-FFF2-40B4-BE49-F238E27FC236}">
                  <a16:creationId xmlns:a16="http://schemas.microsoft.com/office/drawing/2014/main" id="{896EF95A-5D1D-DB29-845A-B7625C6802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0184" y="5466764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560" name="Gruppieren 559">
            <a:extLst>
              <a:ext uri="{FF2B5EF4-FFF2-40B4-BE49-F238E27FC236}">
                <a16:creationId xmlns:a16="http://schemas.microsoft.com/office/drawing/2014/main" id="{281B7FE6-D801-CFF1-EB4D-CAD47B3FDC81}"/>
              </a:ext>
            </a:extLst>
          </p:cNvPr>
          <p:cNvGrpSpPr/>
          <p:nvPr/>
        </p:nvGrpSpPr>
        <p:grpSpPr>
          <a:xfrm rot="2706961">
            <a:off x="6047151" y="4715498"/>
            <a:ext cx="376307" cy="84753"/>
            <a:chOff x="6136078" y="5466764"/>
            <a:chExt cx="376307" cy="84753"/>
          </a:xfrm>
        </p:grpSpPr>
        <p:sp>
          <p:nvSpPr>
            <p:cNvPr id="561" name="Oval 560">
              <a:extLst>
                <a:ext uri="{FF2B5EF4-FFF2-40B4-BE49-F238E27FC236}">
                  <a16:creationId xmlns:a16="http://schemas.microsoft.com/office/drawing/2014/main" id="{BF44BB69-93DC-A85B-938E-A9F27620E2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36078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2" name="Oval 561">
              <a:extLst>
                <a:ext uri="{FF2B5EF4-FFF2-40B4-BE49-F238E27FC236}">
                  <a16:creationId xmlns:a16="http://schemas.microsoft.com/office/drawing/2014/main" id="{41B8133C-802D-6D90-ED95-C51B7B912A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83131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3" name="Oval 562">
              <a:extLst>
                <a:ext uri="{FF2B5EF4-FFF2-40B4-BE49-F238E27FC236}">
                  <a16:creationId xmlns:a16="http://schemas.microsoft.com/office/drawing/2014/main" id="{46467D8A-A6A6-6859-798E-1F4AAC6FCF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0184" y="5466764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564" name="Gruppieren 563">
            <a:extLst>
              <a:ext uri="{FF2B5EF4-FFF2-40B4-BE49-F238E27FC236}">
                <a16:creationId xmlns:a16="http://schemas.microsoft.com/office/drawing/2014/main" id="{D415FF97-5FC7-74CA-BE26-833DA8B349FA}"/>
              </a:ext>
            </a:extLst>
          </p:cNvPr>
          <p:cNvGrpSpPr/>
          <p:nvPr/>
        </p:nvGrpSpPr>
        <p:grpSpPr>
          <a:xfrm rot="2706961">
            <a:off x="7959670" y="4717108"/>
            <a:ext cx="376307" cy="84753"/>
            <a:chOff x="6136078" y="5466764"/>
            <a:chExt cx="376307" cy="84753"/>
          </a:xfrm>
        </p:grpSpPr>
        <p:sp>
          <p:nvSpPr>
            <p:cNvPr id="565" name="Oval 564">
              <a:extLst>
                <a:ext uri="{FF2B5EF4-FFF2-40B4-BE49-F238E27FC236}">
                  <a16:creationId xmlns:a16="http://schemas.microsoft.com/office/drawing/2014/main" id="{83F2BD4C-6AD1-4504-4B08-D402ABDCED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36078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6" name="Oval 565">
              <a:extLst>
                <a:ext uri="{FF2B5EF4-FFF2-40B4-BE49-F238E27FC236}">
                  <a16:creationId xmlns:a16="http://schemas.microsoft.com/office/drawing/2014/main" id="{4B364BBD-7A95-FA0D-55D3-57263C3E03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83131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1BF559F0-19D3-A1DF-1456-3C07DE1E0D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0184" y="5466764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69" name="Causal model">
            <a:extLst>
              <a:ext uri="{FF2B5EF4-FFF2-40B4-BE49-F238E27FC236}">
                <a16:creationId xmlns:a16="http://schemas.microsoft.com/office/drawing/2014/main" id="{E13D78DA-D256-D3D4-59F7-31531DA8B12D}"/>
              </a:ext>
            </a:extLst>
          </p:cNvPr>
          <p:cNvSpPr/>
          <p:nvPr/>
        </p:nvSpPr>
        <p:spPr>
          <a:xfrm>
            <a:off x="495961" y="369657"/>
            <a:ext cx="4333891" cy="769441"/>
          </a:xfrm>
          <a:prstGeom prst="roundRect">
            <a:avLst>
              <a:gd name="adj" fmla="val 16667"/>
            </a:avLst>
          </a:prstGeom>
          <a:solidFill>
            <a:srgbClr val="2C406E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600" b="1" dirty="0">
                <a:ln w="0">
                  <a:noFill/>
                </a:ln>
                <a:solidFill>
                  <a:schemeClr val="bg1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Repeated Cross-Section</a:t>
            </a:r>
          </a:p>
        </p:txBody>
      </p:sp>
      <p:sp>
        <p:nvSpPr>
          <p:cNvPr id="570" name="Textfeld 569">
            <a:extLst>
              <a:ext uri="{FF2B5EF4-FFF2-40B4-BE49-F238E27FC236}">
                <a16:creationId xmlns:a16="http://schemas.microsoft.com/office/drawing/2014/main" id="{3650EF9F-1134-348A-053A-2D29795C798B}"/>
              </a:ext>
            </a:extLst>
          </p:cNvPr>
          <p:cNvSpPr txBox="1"/>
          <p:nvPr/>
        </p:nvSpPr>
        <p:spPr>
          <a:xfrm>
            <a:off x="5034891" y="297193"/>
            <a:ext cx="6577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Example</a:t>
            </a:r>
            <a:r>
              <a:rPr lang="de-DE" sz="32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: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Observe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random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subset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of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customers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at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several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points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in time (B2C)</a:t>
            </a:r>
          </a:p>
        </p:txBody>
      </p:sp>
      <p:sp>
        <p:nvSpPr>
          <p:cNvPr id="2" name="BG-Block">
            <a:extLst>
              <a:ext uri="{FF2B5EF4-FFF2-40B4-BE49-F238E27FC236}">
                <a16:creationId xmlns:a16="http://schemas.microsoft.com/office/drawing/2014/main" id="{515E45F3-B487-8FC8-F30D-06393DFFE327}"/>
              </a:ext>
            </a:extLst>
          </p:cNvPr>
          <p:cNvSpPr/>
          <p:nvPr/>
        </p:nvSpPr>
        <p:spPr>
          <a:xfrm rot="5400000">
            <a:off x="2639351" y="1782350"/>
            <a:ext cx="1240794" cy="862361"/>
          </a:xfrm>
          <a:prstGeom prst="roundRect">
            <a:avLst>
              <a:gd name="adj" fmla="val 19070"/>
            </a:avLst>
          </a:prstGeom>
          <a:noFill/>
          <a:ln w="28575">
            <a:solidFill>
              <a:srgbClr val="FF0000"/>
            </a:solidFill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" name="BG-Block">
            <a:extLst>
              <a:ext uri="{FF2B5EF4-FFF2-40B4-BE49-F238E27FC236}">
                <a16:creationId xmlns:a16="http://schemas.microsoft.com/office/drawing/2014/main" id="{ADA3384E-8D3F-650A-820B-BBFC963ED705}"/>
              </a:ext>
            </a:extLst>
          </p:cNvPr>
          <p:cNvSpPr/>
          <p:nvPr/>
        </p:nvSpPr>
        <p:spPr>
          <a:xfrm rot="5400000">
            <a:off x="3634447" y="3330766"/>
            <a:ext cx="1240794" cy="862361"/>
          </a:xfrm>
          <a:prstGeom prst="roundRect">
            <a:avLst>
              <a:gd name="adj" fmla="val 19070"/>
            </a:avLst>
          </a:prstGeom>
          <a:noFill/>
          <a:ln w="28575">
            <a:solidFill>
              <a:srgbClr val="FF0000"/>
            </a:solidFill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" name="BG-Block">
            <a:extLst>
              <a:ext uri="{FF2B5EF4-FFF2-40B4-BE49-F238E27FC236}">
                <a16:creationId xmlns:a16="http://schemas.microsoft.com/office/drawing/2014/main" id="{308D1C77-8C56-B811-E7AA-EFB1A26CD3E9}"/>
              </a:ext>
            </a:extLst>
          </p:cNvPr>
          <p:cNvSpPr/>
          <p:nvPr/>
        </p:nvSpPr>
        <p:spPr>
          <a:xfrm rot="5400000">
            <a:off x="4640637" y="5339768"/>
            <a:ext cx="1240794" cy="862361"/>
          </a:xfrm>
          <a:prstGeom prst="roundRect">
            <a:avLst>
              <a:gd name="adj" fmla="val 19070"/>
            </a:avLst>
          </a:prstGeom>
          <a:noFill/>
          <a:ln w="28575">
            <a:solidFill>
              <a:srgbClr val="FF0000"/>
            </a:solidFill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6" name="Data entry 3">
            <a:extLst>
              <a:ext uri="{FF2B5EF4-FFF2-40B4-BE49-F238E27FC236}">
                <a16:creationId xmlns:a16="http://schemas.microsoft.com/office/drawing/2014/main" id="{5CA39370-48ED-E054-EFF2-4F5891BCB9B0}"/>
              </a:ext>
            </a:extLst>
          </p:cNvPr>
          <p:cNvSpPr>
            <a:spLocks noChangeAspect="1"/>
          </p:cNvSpPr>
          <p:nvPr/>
        </p:nvSpPr>
        <p:spPr>
          <a:xfrm>
            <a:off x="3122081" y="6096468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bg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7" name="Data entry 2">
            <a:extLst>
              <a:ext uri="{FF2B5EF4-FFF2-40B4-BE49-F238E27FC236}">
                <a16:creationId xmlns:a16="http://schemas.microsoft.com/office/drawing/2014/main" id="{6AEEDF9B-E3FF-9076-01E7-103D2227EC68}"/>
              </a:ext>
            </a:extLst>
          </p:cNvPr>
          <p:cNvSpPr>
            <a:spLocks noChangeAspect="1"/>
          </p:cNvSpPr>
          <p:nvPr/>
        </p:nvSpPr>
        <p:spPr>
          <a:xfrm>
            <a:off x="3122081" y="5766186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8" name="Data entry 1">
            <a:extLst>
              <a:ext uri="{FF2B5EF4-FFF2-40B4-BE49-F238E27FC236}">
                <a16:creationId xmlns:a16="http://schemas.microsoft.com/office/drawing/2014/main" id="{A9C3BAE4-EC9D-8E60-65C8-08A5F4E46A8C}"/>
              </a:ext>
            </a:extLst>
          </p:cNvPr>
          <p:cNvSpPr>
            <a:spLocks noChangeAspect="1"/>
          </p:cNvSpPr>
          <p:nvPr/>
        </p:nvSpPr>
        <p:spPr>
          <a:xfrm>
            <a:off x="3122081" y="5457910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chemeClr val="bg2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9" name="Data entry 3">
            <a:extLst>
              <a:ext uri="{FF2B5EF4-FFF2-40B4-BE49-F238E27FC236}">
                <a16:creationId xmlns:a16="http://schemas.microsoft.com/office/drawing/2014/main" id="{EBF99557-F6C0-B005-9EF6-E65EF8539952}"/>
              </a:ext>
            </a:extLst>
          </p:cNvPr>
          <p:cNvSpPr>
            <a:spLocks noChangeAspect="1"/>
          </p:cNvSpPr>
          <p:nvPr/>
        </p:nvSpPr>
        <p:spPr>
          <a:xfrm>
            <a:off x="4116575" y="6095282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bg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20" name="Data entry 2">
            <a:extLst>
              <a:ext uri="{FF2B5EF4-FFF2-40B4-BE49-F238E27FC236}">
                <a16:creationId xmlns:a16="http://schemas.microsoft.com/office/drawing/2014/main" id="{A08A2330-789A-E91C-C54D-3D835AEBC947}"/>
              </a:ext>
            </a:extLst>
          </p:cNvPr>
          <p:cNvSpPr>
            <a:spLocks noChangeAspect="1"/>
          </p:cNvSpPr>
          <p:nvPr/>
        </p:nvSpPr>
        <p:spPr>
          <a:xfrm>
            <a:off x="4116575" y="5765000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21" name="Data entry 1">
            <a:extLst>
              <a:ext uri="{FF2B5EF4-FFF2-40B4-BE49-F238E27FC236}">
                <a16:creationId xmlns:a16="http://schemas.microsoft.com/office/drawing/2014/main" id="{0CF22B41-93E7-B232-F4A6-4C12E8F68957}"/>
              </a:ext>
            </a:extLst>
          </p:cNvPr>
          <p:cNvSpPr>
            <a:spLocks noChangeAspect="1"/>
          </p:cNvSpPr>
          <p:nvPr/>
        </p:nvSpPr>
        <p:spPr>
          <a:xfrm>
            <a:off x="4116575" y="5456724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chemeClr val="bg2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22" name="Data entry 3">
            <a:extLst>
              <a:ext uri="{FF2B5EF4-FFF2-40B4-BE49-F238E27FC236}">
                <a16:creationId xmlns:a16="http://schemas.microsoft.com/office/drawing/2014/main" id="{542051DA-90BC-01C9-C282-A943FC663EDE}"/>
              </a:ext>
            </a:extLst>
          </p:cNvPr>
          <p:cNvSpPr>
            <a:spLocks noChangeAspect="1"/>
          </p:cNvSpPr>
          <p:nvPr/>
        </p:nvSpPr>
        <p:spPr>
          <a:xfrm>
            <a:off x="4116937" y="2517949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bg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23" name="Data entry 2">
            <a:extLst>
              <a:ext uri="{FF2B5EF4-FFF2-40B4-BE49-F238E27FC236}">
                <a16:creationId xmlns:a16="http://schemas.microsoft.com/office/drawing/2014/main" id="{E3ED0CF8-0E94-3978-EA0A-232F61D53F30}"/>
              </a:ext>
            </a:extLst>
          </p:cNvPr>
          <p:cNvSpPr>
            <a:spLocks noChangeAspect="1"/>
          </p:cNvSpPr>
          <p:nvPr/>
        </p:nvSpPr>
        <p:spPr>
          <a:xfrm>
            <a:off x="4116937" y="2187667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24" name="Data entry 1">
            <a:extLst>
              <a:ext uri="{FF2B5EF4-FFF2-40B4-BE49-F238E27FC236}">
                <a16:creationId xmlns:a16="http://schemas.microsoft.com/office/drawing/2014/main" id="{3349B946-A142-CA69-30D3-808EB05DF515}"/>
              </a:ext>
            </a:extLst>
          </p:cNvPr>
          <p:cNvSpPr>
            <a:spLocks noChangeAspect="1"/>
          </p:cNvSpPr>
          <p:nvPr/>
        </p:nvSpPr>
        <p:spPr>
          <a:xfrm>
            <a:off x="4116937" y="1879391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chemeClr val="bg2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25" name="Data entry 3">
            <a:extLst>
              <a:ext uri="{FF2B5EF4-FFF2-40B4-BE49-F238E27FC236}">
                <a16:creationId xmlns:a16="http://schemas.microsoft.com/office/drawing/2014/main" id="{0B562A61-854F-2FAC-E0DD-76F2898BEC99}"/>
              </a:ext>
            </a:extLst>
          </p:cNvPr>
          <p:cNvSpPr>
            <a:spLocks noChangeAspect="1"/>
          </p:cNvSpPr>
          <p:nvPr/>
        </p:nvSpPr>
        <p:spPr>
          <a:xfrm>
            <a:off x="5109487" y="2518655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bg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26" name="Data entry 2">
            <a:extLst>
              <a:ext uri="{FF2B5EF4-FFF2-40B4-BE49-F238E27FC236}">
                <a16:creationId xmlns:a16="http://schemas.microsoft.com/office/drawing/2014/main" id="{89F78DF6-6531-2761-C7DC-1019E4BDB4C3}"/>
              </a:ext>
            </a:extLst>
          </p:cNvPr>
          <p:cNvSpPr>
            <a:spLocks noChangeAspect="1"/>
          </p:cNvSpPr>
          <p:nvPr/>
        </p:nvSpPr>
        <p:spPr>
          <a:xfrm>
            <a:off x="5109487" y="2188373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27" name="Data entry 1">
            <a:extLst>
              <a:ext uri="{FF2B5EF4-FFF2-40B4-BE49-F238E27FC236}">
                <a16:creationId xmlns:a16="http://schemas.microsoft.com/office/drawing/2014/main" id="{4CF85333-B05D-DC70-1258-E033C0FB26B4}"/>
              </a:ext>
            </a:extLst>
          </p:cNvPr>
          <p:cNvSpPr>
            <a:spLocks noChangeAspect="1"/>
          </p:cNvSpPr>
          <p:nvPr/>
        </p:nvSpPr>
        <p:spPr>
          <a:xfrm>
            <a:off x="5109487" y="1880097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chemeClr val="bg2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28" name="Data entry 3">
            <a:extLst>
              <a:ext uri="{FF2B5EF4-FFF2-40B4-BE49-F238E27FC236}">
                <a16:creationId xmlns:a16="http://schemas.microsoft.com/office/drawing/2014/main" id="{0295C3E5-A7B3-78D6-EBC6-4C14AAAEE48B}"/>
              </a:ext>
            </a:extLst>
          </p:cNvPr>
          <p:cNvSpPr>
            <a:spLocks noChangeAspect="1"/>
          </p:cNvSpPr>
          <p:nvPr/>
        </p:nvSpPr>
        <p:spPr>
          <a:xfrm>
            <a:off x="5111457" y="4068683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bg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29" name="Data entry 2">
            <a:extLst>
              <a:ext uri="{FF2B5EF4-FFF2-40B4-BE49-F238E27FC236}">
                <a16:creationId xmlns:a16="http://schemas.microsoft.com/office/drawing/2014/main" id="{5E4DB27E-1E8D-3726-3602-2ACCE22E2DC6}"/>
              </a:ext>
            </a:extLst>
          </p:cNvPr>
          <p:cNvSpPr>
            <a:spLocks noChangeAspect="1"/>
          </p:cNvSpPr>
          <p:nvPr/>
        </p:nvSpPr>
        <p:spPr>
          <a:xfrm>
            <a:off x="5111457" y="3738401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0" name="Data entry 1">
            <a:extLst>
              <a:ext uri="{FF2B5EF4-FFF2-40B4-BE49-F238E27FC236}">
                <a16:creationId xmlns:a16="http://schemas.microsoft.com/office/drawing/2014/main" id="{6892F303-F448-55CE-4120-C38AB7E6DDD7}"/>
              </a:ext>
            </a:extLst>
          </p:cNvPr>
          <p:cNvSpPr>
            <a:spLocks noChangeAspect="1"/>
          </p:cNvSpPr>
          <p:nvPr/>
        </p:nvSpPr>
        <p:spPr>
          <a:xfrm>
            <a:off x="5111457" y="3430125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chemeClr val="bg2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4" name="Data entry 3">
            <a:extLst>
              <a:ext uri="{FF2B5EF4-FFF2-40B4-BE49-F238E27FC236}">
                <a16:creationId xmlns:a16="http://schemas.microsoft.com/office/drawing/2014/main" id="{784B03A1-27F0-72AB-9E39-0A53AF8A6C78}"/>
              </a:ext>
            </a:extLst>
          </p:cNvPr>
          <p:cNvSpPr>
            <a:spLocks noChangeAspect="1"/>
          </p:cNvSpPr>
          <p:nvPr/>
        </p:nvSpPr>
        <p:spPr>
          <a:xfrm>
            <a:off x="7022244" y="4064481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bg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5" name="Data entry 2">
            <a:extLst>
              <a:ext uri="{FF2B5EF4-FFF2-40B4-BE49-F238E27FC236}">
                <a16:creationId xmlns:a16="http://schemas.microsoft.com/office/drawing/2014/main" id="{4918D85B-ABA6-2A1D-7C07-D038A04A98C9}"/>
              </a:ext>
            </a:extLst>
          </p:cNvPr>
          <p:cNvSpPr>
            <a:spLocks noChangeAspect="1"/>
          </p:cNvSpPr>
          <p:nvPr/>
        </p:nvSpPr>
        <p:spPr>
          <a:xfrm>
            <a:off x="7022244" y="3734199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6" name="Data entry 1">
            <a:extLst>
              <a:ext uri="{FF2B5EF4-FFF2-40B4-BE49-F238E27FC236}">
                <a16:creationId xmlns:a16="http://schemas.microsoft.com/office/drawing/2014/main" id="{12461F46-FA92-916F-5D86-3D200DC0CB4A}"/>
              </a:ext>
            </a:extLst>
          </p:cNvPr>
          <p:cNvSpPr>
            <a:spLocks noChangeAspect="1"/>
          </p:cNvSpPr>
          <p:nvPr/>
        </p:nvSpPr>
        <p:spPr>
          <a:xfrm>
            <a:off x="7022244" y="3425923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chemeClr val="bg2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7" name="Data entry 3">
            <a:extLst>
              <a:ext uri="{FF2B5EF4-FFF2-40B4-BE49-F238E27FC236}">
                <a16:creationId xmlns:a16="http://schemas.microsoft.com/office/drawing/2014/main" id="{1CF6B454-6855-E9E2-3F08-CC1984879604}"/>
              </a:ext>
            </a:extLst>
          </p:cNvPr>
          <p:cNvSpPr>
            <a:spLocks noChangeAspect="1"/>
          </p:cNvSpPr>
          <p:nvPr/>
        </p:nvSpPr>
        <p:spPr>
          <a:xfrm>
            <a:off x="7020828" y="2520632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bg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8" name="Data entry 2">
            <a:extLst>
              <a:ext uri="{FF2B5EF4-FFF2-40B4-BE49-F238E27FC236}">
                <a16:creationId xmlns:a16="http://schemas.microsoft.com/office/drawing/2014/main" id="{F98938DB-A991-4F33-070D-776EA291E231}"/>
              </a:ext>
            </a:extLst>
          </p:cNvPr>
          <p:cNvSpPr>
            <a:spLocks noChangeAspect="1"/>
          </p:cNvSpPr>
          <p:nvPr/>
        </p:nvSpPr>
        <p:spPr>
          <a:xfrm>
            <a:off x="7020828" y="2190350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9" name="Data entry 1">
            <a:extLst>
              <a:ext uri="{FF2B5EF4-FFF2-40B4-BE49-F238E27FC236}">
                <a16:creationId xmlns:a16="http://schemas.microsoft.com/office/drawing/2014/main" id="{A48F126F-6638-A8D1-FA0A-42836D1C415A}"/>
              </a:ext>
            </a:extLst>
          </p:cNvPr>
          <p:cNvSpPr>
            <a:spLocks noChangeAspect="1"/>
          </p:cNvSpPr>
          <p:nvPr/>
        </p:nvSpPr>
        <p:spPr>
          <a:xfrm>
            <a:off x="7020828" y="1882074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chemeClr val="bg2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0" name="Data entry 3">
            <a:extLst>
              <a:ext uri="{FF2B5EF4-FFF2-40B4-BE49-F238E27FC236}">
                <a16:creationId xmlns:a16="http://schemas.microsoft.com/office/drawing/2014/main" id="{A59281DB-6D1D-AD3E-0E13-C758305D002A}"/>
              </a:ext>
            </a:extLst>
          </p:cNvPr>
          <p:cNvSpPr>
            <a:spLocks noChangeAspect="1"/>
          </p:cNvSpPr>
          <p:nvPr/>
        </p:nvSpPr>
        <p:spPr>
          <a:xfrm>
            <a:off x="10917914" y="4062939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bg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1" name="Data entry 2">
            <a:extLst>
              <a:ext uri="{FF2B5EF4-FFF2-40B4-BE49-F238E27FC236}">
                <a16:creationId xmlns:a16="http://schemas.microsoft.com/office/drawing/2014/main" id="{BDDA69B6-A4B0-FED7-A0B1-248ADD5C99E3}"/>
              </a:ext>
            </a:extLst>
          </p:cNvPr>
          <p:cNvSpPr>
            <a:spLocks noChangeAspect="1"/>
          </p:cNvSpPr>
          <p:nvPr/>
        </p:nvSpPr>
        <p:spPr>
          <a:xfrm>
            <a:off x="10917914" y="3732657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2" name="Data entry 1">
            <a:extLst>
              <a:ext uri="{FF2B5EF4-FFF2-40B4-BE49-F238E27FC236}">
                <a16:creationId xmlns:a16="http://schemas.microsoft.com/office/drawing/2014/main" id="{1404E172-0975-C7DE-1A46-8081F74C90B8}"/>
              </a:ext>
            </a:extLst>
          </p:cNvPr>
          <p:cNvSpPr>
            <a:spLocks noChangeAspect="1"/>
          </p:cNvSpPr>
          <p:nvPr/>
        </p:nvSpPr>
        <p:spPr>
          <a:xfrm>
            <a:off x="10917914" y="3424381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chemeClr val="bg2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" name="Data entry 3">
            <a:extLst>
              <a:ext uri="{FF2B5EF4-FFF2-40B4-BE49-F238E27FC236}">
                <a16:creationId xmlns:a16="http://schemas.microsoft.com/office/drawing/2014/main" id="{790B2265-485F-FD0C-DCFB-DD5828149FAB}"/>
              </a:ext>
            </a:extLst>
          </p:cNvPr>
          <p:cNvSpPr>
            <a:spLocks noChangeAspect="1"/>
          </p:cNvSpPr>
          <p:nvPr/>
        </p:nvSpPr>
        <p:spPr>
          <a:xfrm>
            <a:off x="10917099" y="6077451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bg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4" name="Data entry 2">
            <a:extLst>
              <a:ext uri="{FF2B5EF4-FFF2-40B4-BE49-F238E27FC236}">
                <a16:creationId xmlns:a16="http://schemas.microsoft.com/office/drawing/2014/main" id="{339FB4F2-A96D-8217-D0ED-114ECD5578E0}"/>
              </a:ext>
            </a:extLst>
          </p:cNvPr>
          <p:cNvSpPr>
            <a:spLocks noChangeAspect="1"/>
          </p:cNvSpPr>
          <p:nvPr/>
        </p:nvSpPr>
        <p:spPr>
          <a:xfrm>
            <a:off x="10917099" y="5747169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5" name="Data entry 1">
            <a:extLst>
              <a:ext uri="{FF2B5EF4-FFF2-40B4-BE49-F238E27FC236}">
                <a16:creationId xmlns:a16="http://schemas.microsoft.com/office/drawing/2014/main" id="{A5940C99-4FBA-02FF-8289-A3BA6DA68163}"/>
              </a:ext>
            </a:extLst>
          </p:cNvPr>
          <p:cNvSpPr>
            <a:spLocks noChangeAspect="1"/>
          </p:cNvSpPr>
          <p:nvPr/>
        </p:nvSpPr>
        <p:spPr>
          <a:xfrm>
            <a:off x="10917099" y="5438893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chemeClr val="bg2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6" name="Data entry 3">
            <a:extLst>
              <a:ext uri="{FF2B5EF4-FFF2-40B4-BE49-F238E27FC236}">
                <a16:creationId xmlns:a16="http://schemas.microsoft.com/office/drawing/2014/main" id="{D3B4B313-2397-6E94-7B12-1B1614947EEB}"/>
              </a:ext>
            </a:extLst>
          </p:cNvPr>
          <p:cNvSpPr>
            <a:spLocks noChangeAspect="1"/>
          </p:cNvSpPr>
          <p:nvPr/>
        </p:nvSpPr>
        <p:spPr>
          <a:xfrm>
            <a:off x="8941541" y="6089648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bg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7" name="Data entry 2">
            <a:extLst>
              <a:ext uri="{FF2B5EF4-FFF2-40B4-BE49-F238E27FC236}">
                <a16:creationId xmlns:a16="http://schemas.microsoft.com/office/drawing/2014/main" id="{6A2BC84C-5A38-5125-FB5E-0722FCD1FE5C}"/>
              </a:ext>
            </a:extLst>
          </p:cNvPr>
          <p:cNvSpPr>
            <a:spLocks noChangeAspect="1"/>
          </p:cNvSpPr>
          <p:nvPr/>
        </p:nvSpPr>
        <p:spPr>
          <a:xfrm>
            <a:off x="8941541" y="5759366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8" name="Data entry 1">
            <a:extLst>
              <a:ext uri="{FF2B5EF4-FFF2-40B4-BE49-F238E27FC236}">
                <a16:creationId xmlns:a16="http://schemas.microsoft.com/office/drawing/2014/main" id="{8D13D31B-0DF6-2B00-F66A-5D08F5676014}"/>
              </a:ext>
            </a:extLst>
          </p:cNvPr>
          <p:cNvSpPr>
            <a:spLocks noChangeAspect="1"/>
          </p:cNvSpPr>
          <p:nvPr/>
        </p:nvSpPr>
        <p:spPr>
          <a:xfrm>
            <a:off x="8941541" y="5451090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chemeClr val="bg2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" name="Data entry 3">
            <a:extLst>
              <a:ext uri="{FF2B5EF4-FFF2-40B4-BE49-F238E27FC236}">
                <a16:creationId xmlns:a16="http://schemas.microsoft.com/office/drawing/2014/main" id="{CA98EB78-4EF0-501B-6E53-2C9C0C20EBCC}"/>
              </a:ext>
            </a:extLst>
          </p:cNvPr>
          <p:cNvSpPr>
            <a:spLocks noChangeAspect="1"/>
          </p:cNvSpPr>
          <p:nvPr/>
        </p:nvSpPr>
        <p:spPr>
          <a:xfrm>
            <a:off x="9926139" y="2525189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bg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0" name="Data entry 2">
            <a:extLst>
              <a:ext uri="{FF2B5EF4-FFF2-40B4-BE49-F238E27FC236}">
                <a16:creationId xmlns:a16="http://schemas.microsoft.com/office/drawing/2014/main" id="{F4F4D810-8045-F448-FDF6-C4F6088B2F00}"/>
              </a:ext>
            </a:extLst>
          </p:cNvPr>
          <p:cNvSpPr>
            <a:spLocks noChangeAspect="1"/>
          </p:cNvSpPr>
          <p:nvPr/>
        </p:nvSpPr>
        <p:spPr>
          <a:xfrm>
            <a:off x="9926139" y="2194907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1" name="Data entry 1">
            <a:extLst>
              <a:ext uri="{FF2B5EF4-FFF2-40B4-BE49-F238E27FC236}">
                <a16:creationId xmlns:a16="http://schemas.microsoft.com/office/drawing/2014/main" id="{83DD297C-6C22-CD1C-756F-4819D2301FDE}"/>
              </a:ext>
            </a:extLst>
          </p:cNvPr>
          <p:cNvSpPr>
            <a:spLocks noChangeAspect="1"/>
          </p:cNvSpPr>
          <p:nvPr/>
        </p:nvSpPr>
        <p:spPr>
          <a:xfrm>
            <a:off x="9926139" y="1886631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chemeClr val="bg2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2" name="BG-Block">
            <a:extLst>
              <a:ext uri="{FF2B5EF4-FFF2-40B4-BE49-F238E27FC236}">
                <a16:creationId xmlns:a16="http://schemas.microsoft.com/office/drawing/2014/main" id="{0D0BD0F5-0426-1077-D16D-59A5CA6E35E5}"/>
              </a:ext>
            </a:extLst>
          </p:cNvPr>
          <p:cNvSpPr/>
          <p:nvPr/>
        </p:nvSpPr>
        <p:spPr>
          <a:xfrm rot="5400000">
            <a:off x="6532737" y="5340237"/>
            <a:ext cx="1240794" cy="862361"/>
          </a:xfrm>
          <a:prstGeom prst="roundRect">
            <a:avLst>
              <a:gd name="adj" fmla="val 19070"/>
            </a:avLst>
          </a:prstGeom>
          <a:noFill/>
          <a:ln w="28575">
            <a:solidFill>
              <a:srgbClr val="FF0000"/>
            </a:solidFill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3" name="BG-Block">
            <a:extLst>
              <a:ext uri="{FF2B5EF4-FFF2-40B4-BE49-F238E27FC236}">
                <a16:creationId xmlns:a16="http://schemas.microsoft.com/office/drawing/2014/main" id="{49E4C150-1ACD-9B38-6A02-CC6AA731119D}"/>
              </a:ext>
            </a:extLst>
          </p:cNvPr>
          <p:cNvSpPr/>
          <p:nvPr/>
        </p:nvSpPr>
        <p:spPr>
          <a:xfrm rot="5400000">
            <a:off x="9440524" y="5354611"/>
            <a:ext cx="1240794" cy="862361"/>
          </a:xfrm>
          <a:prstGeom prst="roundRect">
            <a:avLst>
              <a:gd name="adj" fmla="val 19070"/>
            </a:avLst>
          </a:prstGeom>
          <a:noFill/>
          <a:ln w="28575">
            <a:solidFill>
              <a:srgbClr val="FF0000"/>
            </a:solidFill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8" name="Textfeld fold1">
                <a:extLst>
                  <a:ext uri="{FF2B5EF4-FFF2-40B4-BE49-F238E27FC236}">
                    <a16:creationId xmlns:a16="http://schemas.microsoft.com/office/drawing/2014/main" id="{26F03437-0CBD-7EE5-3F2C-336E29EB56BC}"/>
                  </a:ext>
                </a:extLst>
              </p:cNvPr>
              <p:cNvSpPr txBox="1"/>
              <p:nvPr/>
            </p:nvSpPr>
            <p:spPr>
              <a:xfrm>
                <a:off x="9561157" y="5152854"/>
                <a:ext cx="1031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8" name="Textfeld fold1">
                <a:extLst>
                  <a:ext uri="{FF2B5EF4-FFF2-40B4-BE49-F238E27FC236}">
                    <a16:creationId xmlns:a16="http://schemas.microsoft.com/office/drawing/2014/main" id="{26F03437-0CBD-7EE5-3F2C-336E29EB5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1157" y="5152854"/>
                <a:ext cx="103105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BG-Block">
            <a:extLst>
              <a:ext uri="{FF2B5EF4-FFF2-40B4-BE49-F238E27FC236}">
                <a16:creationId xmlns:a16="http://schemas.microsoft.com/office/drawing/2014/main" id="{5385B49F-F047-EAAE-1768-E69903391F10}"/>
              </a:ext>
            </a:extLst>
          </p:cNvPr>
          <p:cNvSpPr/>
          <p:nvPr/>
        </p:nvSpPr>
        <p:spPr>
          <a:xfrm rot="5400000">
            <a:off x="8461125" y="1772060"/>
            <a:ext cx="1240794" cy="862361"/>
          </a:xfrm>
          <a:prstGeom prst="roundRect">
            <a:avLst>
              <a:gd name="adj" fmla="val 19070"/>
            </a:avLst>
          </a:prstGeom>
          <a:noFill/>
          <a:ln w="28575">
            <a:solidFill>
              <a:srgbClr val="FF0000"/>
            </a:solidFill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6" name="BG-Block">
            <a:extLst>
              <a:ext uri="{FF2B5EF4-FFF2-40B4-BE49-F238E27FC236}">
                <a16:creationId xmlns:a16="http://schemas.microsoft.com/office/drawing/2014/main" id="{077930D0-2C2A-B539-8972-D5832E4160AE}"/>
              </a:ext>
            </a:extLst>
          </p:cNvPr>
          <p:cNvSpPr/>
          <p:nvPr/>
        </p:nvSpPr>
        <p:spPr>
          <a:xfrm rot="5400000">
            <a:off x="8454739" y="3317620"/>
            <a:ext cx="1240794" cy="862361"/>
          </a:xfrm>
          <a:prstGeom prst="roundRect">
            <a:avLst>
              <a:gd name="adj" fmla="val 19070"/>
            </a:avLst>
          </a:prstGeom>
          <a:noFill/>
          <a:ln w="28575">
            <a:solidFill>
              <a:srgbClr val="FF0000"/>
            </a:solidFill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7" name="BG-Block">
            <a:extLst>
              <a:ext uri="{FF2B5EF4-FFF2-40B4-BE49-F238E27FC236}">
                <a16:creationId xmlns:a16="http://schemas.microsoft.com/office/drawing/2014/main" id="{390029CA-4420-60AD-BF92-98601F2A6C88}"/>
              </a:ext>
            </a:extLst>
          </p:cNvPr>
          <p:cNvSpPr/>
          <p:nvPr/>
        </p:nvSpPr>
        <p:spPr>
          <a:xfrm rot="5400000">
            <a:off x="9466115" y="3325136"/>
            <a:ext cx="1240794" cy="862361"/>
          </a:xfrm>
          <a:prstGeom prst="roundRect">
            <a:avLst>
              <a:gd name="adj" fmla="val 19070"/>
            </a:avLst>
          </a:prstGeom>
          <a:noFill/>
          <a:ln w="28575">
            <a:solidFill>
              <a:srgbClr val="FF0000"/>
            </a:solidFill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8" name="BG-Block">
            <a:extLst>
              <a:ext uri="{FF2B5EF4-FFF2-40B4-BE49-F238E27FC236}">
                <a16:creationId xmlns:a16="http://schemas.microsoft.com/office/drawing/2014/main" id="{335285C2-A119-8199-D6D8-B384CB15ABB4}"/>
              </a:ext>
            </a:extLst>
          </p:cNvPr>
          <p:cNvSpPr/>
          <p:nvPr/>
        </p:nvSpPr>
        <p:spPr>
          <a:xfrm rot="5400000">
            <a:off x="10441439" y="1772048"/>
            <a:ext cx="1240794" cy="862361"/>
          </a:xfrm>
          <a:prstGeom prst="roundRect">
            <a:avLst>
              <a:gd name="adj" fmla="val 19070"/>
            </a:avLst>
          </a:prstGeom>
          <a:noFill/>
          <a:ln w="28575">
            <a:solidFill>
              <a:srgbClr val="FF0000"/>
            </a:solidFill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7" name="Textfeld fold1">
                <a:extLst>
                  <a:ext uri="{FF2B5EF4-FFF2-40B4-BE49-F238E27FC236}">
                    <a16:creationId xmlns:a16="http://schemas.microsoft.com/office/drawing/2014/main" id="{DA6CC2B4-1B69-690E-A5A0-6C682B7D7DEB}"/>
                  </a:ext>
                </a:extLst>
              </p:cNvPr>
              <p:cNvSpPr txBox="1"/>
              <p:nvPr/>
            </p:nvSpPr>
            <p:spPr>
              <a:xfrm>
                <a:off x="9561157" y="3130799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7" name="Textfeld fold1">
                <a:extLst>
                  <a:ext uri="{FF2B5EF4-FFF2-40B4-BE49-F238E27FC236}">
                    <a16:creationId xmlns:a16="http://schemas.microsoft.com/office/drawing/2014/main" id="{DA6CC2B4-1B69-690E-A5A0-6C682B7D7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1157" y="3130799"/>
                <a:ext cx="1024639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6" name="Textfeld fold1">
                <a:extLst>
                  <a:ext uri="{FF2B5EF4-FFF2-40B4-BE49-F238E27FC236}">
                    <a16:creationId xmlns:a16="http://schemas.microsoft.com/office/drawing/2014/main" id="{2E1828C1-4675-DFD8-E88D-66EDFDDE42E8}"/>
                  </a:ext>
                </a:extLst>
              </p:cNvPr>
              <p:cNvSpPr txBox="1"/>
              <p:nvPr/>
            </p:nvSpPr>
            <p:spPr>
              <a:xfrm>
                <a:off x="8557951" y="3126782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6" name="Textfeld fold1">
                <a:extLst>
                  <a:ext uri="{FF2B5EF4-FFF2-40B4-BE49-F238E27FC236}">
                    <a16:creationId xmlns:a16="http://schemas.microsoft.com/office/drawing/2014/main" id="{2E1828C1-4675-DFD8-E88D-66EDFDDE4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951" y="3126782"/>
                <a:ext cx="1024639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258FEADC-0C76-9097-4AF0-8FE25979E10F}"/>
              </a:ext>
            </a:extLst>
          </p:cNvPr>
          <p:cNvGrpSpPr/>
          <p:nvPr/>
        </p:nvGrpSpPr>
        <p:grpSpPr>
          <a:xfrm rot="5400000">
            <a:off x="10869792" y="4717107"/>
            <a:ext cx="376307" cy="84753"/>
            <a:chOff x="6136078" y="5466764"/>
            <a:chExt cx="376307" cy="84753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2223C6F-3941-029B-FED7-2746549D95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36078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9D0DC1D-C3C7-F295-F4D3-5662FFE5B1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83131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2A52C57-69BF-FEAC-BF9D-23DFC9C228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0184" y="5466764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58129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!!model">
            <a:extLst>
              <a:ext uri="{FF2B5EF4-FFF2-40B4-BE49-F238E27FC236}">
                <a16:creationId xmlns:a16="http://schemas.microsoft.com/office/drawing/2014/main" id="{4CEB315A-DC53-E2CC-D2C2-D121D31B5430}"/>
              </a:ext>
            </a:extLst>
          </p:cNvPr>
          <p:cNvSpPr/>
          <p:nvPr/>
        </p:nvSpPr>
        <p:spPr>
          <a:xfrm>
            <a:off x="4373329" y="1500883"/>
            <a:ext cx="3473670" cy="1492216"/>
          </a:xfrm>
          <a:prstGeom prst="roundRect">
            <a:avLst>
              <a:gd name="adj" fmla="val 6667"/>
            </a:avLst>
          </a:prstGeom>
          <a:solidFill>
            <a:srgbClr val="2C4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!!model">
            <a:extLst>
              <a:ext uri="{FF2B5EF4-FFF2-40B4-BE49-F238E27FC236}">
                <a16:creationId xmlns:a16="http://schemas.microsoft.com/office/drawing/2014/main" id="{FEB06689-C117-465C-7684-2DB68DCACF53}"/>
              </a:ext>
            </a:extLst>
          </p:cNvPr>
          <p:cNvSpPr/>
          <p:nvPr/>
        </p:nvSpPr>
        <p:spPr>
          <a:xfrm>
            <a:off x="5590219" y="1572989"/>
            <a:ext cx="2143424" cy="1343717"/>
          </a:xfrm>
          <a:prstGeom prst="roundRect">
            <a:avLst>
              <a:gd name="adj" fmla="val 66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BG-Block">
            <a:extLst>
              <a:ext uri="{FF2B5EF4-FFF2-40B4-BE49-F238E27FC236}">
                <a16:creationId xmlns:a16="http://schemas.microsoft.com/office/drawing/2014/main" id="{9B5B44B6-4F26-B22F-4B6A-E2A21A1590B9}"/>
              </a:ext>
            </a:extLst>
          </p:cNvPr>
          <p:cNvSpPr/>
          <p:nvPr/>
        </p:nvSpPr>
        <p:spPr>
          <a:xfrm rot="5400000">
            <a:off x="6048824" y="1301668"/>
            <a:ext cx="1240794" cy="1885418"/>
          </a:xfrm>
          <a:prstGeom prst="roundRect">
            <a:avLst>
              <a:gd name="adj" fmla="val 10987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fold1">
                <a:extLst>
                  <a:ext uri="{FF2B5EF4-FFF2-40B4-BE49-F238E27FC236}">
                    <a16:creationId xmlns:a16="http://schemas.microsoft.com/office/drawing/2014/main" id="{C1169E7D-AA7A-6730-B954-1C336894F21A}"/>
                  </a:ext>
                </a:extLst>
              </p:cNvPr>
              <p:cNvSpPr txBox="1"/>
              <p:nvPr/>
            </p:nvSpPr>
            <p:spPr>
              <a:xfrm>
                <a:off x="6868988" y="1599333"/>
                <a:ext cx="647421" cy="291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9" name="Textfeld fold1">
                <a:extLst>
                  <a:ext uri="{FF2B5EF4-FFF2-40B4-BE49-F238E27FC236}">
                    <a16:creationId xmlns:a16="http://schemas.microsoft.com/office/drawing/2014/main" id="{C1169E7D-AA7A-6730-B954-1C336894F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988" y="1599333"/>
                <a:ext cx="647421" cy="291666"/>
              </a:xfrm>
              <a:prstGeom prst="rect">
                <a:avLst/>
              </a:prstGeom>
              <a:blipFill>
                <a:blip r:embed="rId3"/>
                <a:stretch>
                  <a:fillRect b="-291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fold1">
                <a:extLst>
                  <a:ext uri="{FF2B5EF4-FFF2-40B4-BE49-F238E27FC236}">
                    <a16:creationId xmlns:a16="http://schemas.microsoft.com/office/drawing/2014/main" id="{B2E823D6-E719-13BE-6468-9A4E5773428A}"/>
                  </a:ext>
                </a:extLst>
              </p:cNvPr>
              <p:cNvSpPr txBox="1"/>
              <p:nvPr/>
            </p:nvSpPr>
            <p:spPr>
              <a:xfrm>
                <a:off x="5912666" y="1604263"/>
                <a:ext cx="54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0" name="Textfeld fold1">
                <a:extLst>
                  <a:ext uri="{FF2B5EF4-FFF2-40B4-BE49-F238E27FC236}">
                    <a16:creationId xmlns:a16="http://schemas.microsoft.com/office/drawing/2014/main" id="{B2E823D6-E719-13BE-6468-9A4E57734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666" y="1604263"/>
                <a:ext cx="54162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fold1">
                <a:extLst>
                  <a:ext uri="{FF2B5EF4-FFF2-40B4-BE49-F238E27FC236}">
                    <a16:creationId xmlns:a16="http://schemas.microsoft.com/office/drawing/2014/main" id="{584E12C5-7289-4467-4878-06E92D0DBC13}"/>
                  </a:ext>
                </a:extLst>
              </p:cNvPr>
              <p:cNvSpPr txBox="1"/>
              <p:nvPr/>
            </p:nvSpPr>
            <p:spPr>
              <a:xfrm>
                <a:off x="5895907" y="1874646"/>
                <a:ext cx="618503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1" name="Textfeld fold1">
                <a:extLst>
                  <a:ext uri="{FF2B5EF4-FFF2-40B4-BE49-F238E27FC236}">
                    <a16:creationId xmlns:a16="http://schemas.microsoft.com/office/drawing/2014/main" id="{584E12C5-7289-4467-4878-06E92D0DB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907" y="1874646"/>
                <a:ext cx="618503" cy="4135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feld fold1">
                <a:extLst>
                  <a:ext uri="{FF2B5EF4-FFF2-40B4-BE49-F238E27FC236}">
                    <a16:creationId xmlns:a16="http://schemas.microsoft.com/office/drawing/2014/main" id="{1FCF61A7-F57C-07BC-0CED-F2DBBD68A7A5}"/>
                  </a:ext>
                </a:extLst>
              </p:cNvPr>
              <p:cNvSpPr txBox="1"/>
              <p:nvPr/>
            </p:nvSpPr>
            <p:spPr>
              <a:xfrm>
                <a:off x="5899201" y="2178535"/>
                <a:ext cx="632930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2" name="Textfeld fold1">
                <a:extLst>
                  <a:ext uri="{FF2B5EF4-FFF2-40B4-BE49-F238E27FC236}">
                    <a16:creationId xmlns:a16="http://schemas.microsoft.com/office/drawing/2014/main" id="{1FCF61A7-F57C-07BC-0CED-F2DBBD68A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201" y="2178535"/>
                <a:ext cx="632930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fold1">
                <a:extLst>
                  <a:ext uri="{FF2B5EF4-FFF2-40B4-BE49-F238E27FC236}">
                    <a16:creationId xmlns:a16="http://schemas.microsoft.com/office/drawing/2014/main" id="{FEDD527B-DACB-F68A-8BFB-AC9D6E0EF967}"/>
                  </a:ext>
                </a:extLst>
              </p:cNvPr>
              <p:cNvSpPr txBox="1"/>
              <p:nvPr/>
            </p:nvSpPr>
            <p:spPr>
              <a:xfrm>
                <a:off x="5906325" y="2490165"/>
                <a:ext cx="604075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63" name="Textfeld fold1">
                <a:extLst>
                  <a:ext uri="{FF2B5EF4-FFF2-40B4-BE49-F238E27FC236}">
                    <a16:creationId xmlns:a16="http://schemas.microsoft.com/office/drawing/2014/main" id="{FEDD527B-DACB-F68A-8BFB-AC9D6E0EF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325" y="2490165"/>
                <a:ext cx="604075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feld fold1">
                <a:extLst>
                  <a:ext uri="{FF2B5EF4-FFF2-40B4-BE49-F238E27FC236}">
                    <a16:creationId xmlns:a16="http://schemas.microsoft.com/office/drawing/2014/main" id="{1D4AACC3-EC14-9C7B-60F6-9B931E3EB43B}"/>
                  </a:ext>
                </a:extLst>
              </p:cNvPr>
              <p:cNvSpPr txBox="1"/>
              <p:nvPr/>
            </p:nvSpPr>
            <p:spPr>
              <a:xfrm>
                <a:off x="4345000" y="1977192"/>
                <a:ext cx="1231812" cy="222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3200" b="1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72" name="Textfeld fold1">
                <a:extLst>
                  <a:ext uri="{FF2B5EF4-FFF2-40B4-BE49-F238E27FC236}">
                    <a16:creationId xmlns:a16="http://schemas.microsoft.com/office/drawing/2014/main" id="{1D4AACC3-EC14-9C7B-60F6-9B931E3EB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000" y="1977192"/>
                <a:ext cx="1231812" cy="222074"/>
              </a:xfrm>
              <a:prstGeom prst="rect">
                <a:avLst/>
              </a:prstGeom>
              <a:blipFill>
                <a:blip r:embed="rId8"/>
                <a:stretch>
                  <a:fillRect b="-1421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Data entry 3">
            <a:extLst>
              <a:ext uri="{FF2B5EF4-FFF2-40B4-BE49-F238E27FC236}">
                <a16:creationId xmlns:a16="http://schemas.microsoft.com/office/drawing/2014/main" id="{D10D289D-E1AC-27C3-36C5-0B3C644A463C}"/>
              </a:ext>
            </a:extLst>
          </p:cNvPr>
          <p:cNvSpPr>
            <a:spLocks noChangeAspect="1"/>
          </p:cNvSpPr>
          <p:nvPr/>
        </p:nvSpPr>
        <p:spPr>
          <a:xfrm>
            <a:off x="7027255" y="2563077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33" name="Data entry 2">
            <a:extLst>
              <a:ext uri="{FF2B5EF4-FFF2-40B4-BE49-F238E27FC236}">
                <a16:creationId xmlns:a16="http://schemas.microsoft.com/office/drawing/2014/main" id="{E97427F7-6724-7EF0-0117-4A79778BB13B}"/>
              </a:ext>
            </a:extLst>
          </p:cNvPr>
          <p:cNvSpPr>
            <a:spLocks noChangeAspect="1"/>
          </p:cNvSpPr>
          <p:nvPr/>
        </p:nvSpPr>
        <p:spPr>
          <a:xfrm>
            <a:off x="7027255" y="2232795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342" name="Data entry 1">
            <a:extLst>
              <a:ext uri="{FF2B5EF4-FFF2-40B4-BE49-F238E27FC236}">
                <a16:creationId xmlns:a16="http://schemas.microsoft.com/office/drawing/2014/main" id="{7DB0A627-56C3-21C9-A157-4A80B99A8F2A}"/>
              </a:ext>
            </a:extLst>
          </p:cNvPr>
          <p:cNvSpPr>
            <a:spLocks noChangeAspect="1"/>
          </p:cNvSpPr>
          <p:nvPr/>
        </p:nvSpPr>
        <p:spPr>
          <a:xfrm>
            <a:off x="7027254" y="1923704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31" name="!!model">
            <a:extLst>
              <a:ext uri="{FF2B5EF4-FFF2-40B4-BE49-F238E27FC236}">
                <a16:creationId xmlns:a16="http://schemas.microsoft.com/office/drawing/2014/main" id="{D8B81B48-C570-E704-1C87-FEBE20D87BF9}"/>
              </a:ext>
            </a:extLst>
          </p:cNvPr>
          <p:cNvSpPr/>
          <p:nvPr/>
        </p:nvSpPr>
        <p:spPr>
          <a:xfrm>
            <a:off x="4374526" y="3046536"/>
            <a:ext cx="3472473" cy="1492216"/>
          </a:xfrm>
          <a:prstGeom prst="roundRect">
            <a:avLst>
              <a:gd name="adj" fmla="val 6667"/>
            </a:avLst>
          </a:prstGeom>
          <a:solidFill>
            <a:srgbClr val="2C4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2" name="!!model">
            <a:extLst>
              <a:ext uri="{FF2B5EF4-FFF2-40B4-BE49-F238E27FC236}">
                <a16:creationId xmlns:a16="http://schemas.microsoft.com/office/drawing/2014/main" id="{79B493F0-0FCE-E4F8-46C1-82B04D05433E}"/>
              </a:ext>
            </a:extLst>
          </p:cNvPr>
          <p:cNvSpPr/>
          <p:nvPr/>
        </p:nvSpPr>
        <p:spPr>
          <a:xfrm>
            <a:off x="5591415" y="3118642"/>
            <a:ext cx="2142228" cy="1343717"/>
          </a:xfrm>
          <a:prstGeom prst="roundRect">
            <a:avLst>
              <a:gd name="adj" fmla="val 66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7" name="BG-Block">
            <a:extLst>
              <a:ext uri="{FF2B5EF4-FFF2-40B4-BE49-F238E27FC236}">
                <a16:creationId xmlns:a16="http://schemas.microsoft.com/office/drawing/2014/main" id="{B99A9846-8955-7626-F6FB-1DCC120F290B}"/>
              </a:ext>
            </a:extLst>
          </p:cNvPr>
          <p:cNvSpPr/>
          <p:nvPr/>
        </p:nvSpPr>
        <p:spPr>
          <a:xfrm rot="5400000">
            <a:off x="6050021" y="2847321"/>
            <a:ext cx="1240794" cy="1885418"/>
          </a:xfrm>
          <a:prstGeom prst="roundRect">
            <a:avLst>
              <a:gd name="adj" fmla="val 10987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Textfeld fold1">
                <a:extLst>
                  <a:ext uri="{FF2B5EF4-FFF2-40B4-BE49-F238E27FC236}">
                    <a16:creationId xmlns:a16="http://schemas.microsoft.com/office/drawing/2014/main" id="{F4729C70-CBDB-00D2-1B5C-39E2197EB4B2}"/>
                  </a:ext>
                </a:extLst>
              </p:cNvPr>
              <p:cNvSpPr txBox="1"/>
              <p:nvPr/>
            </p:nvSpPr>
            <p:spPr>
              <a:xfrm>
                <a:off x="6870185" y="3144986"/>
                <a:ext cx="6474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0" name="Textfeld fold1">
                <a:extLst>
                  <a:ext uri="{FF2B5EF4-FFF2-40B4-BE49-F238E27FC236}">
                    <a16:creationId xmlns:a16="http://schemas.microsoft.com/office/drawing/2014/main" id="{F4729C70-CBDB-00D2-1B5C-39E2197EB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185" y="3144986"/>
                <a:ext cx="64742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1" name="Textfeld fold1">
                <a:extLst>
                  <a:ext uri="{FF2B5EF4-FFF2-40B4-BE49-F238E27FC236}">
                    <a16:creationId xmlns:a16="http://schemas.microsoft.com/office/drawing/2014/main" id="{177A68E7-B992-2332-C5BF-2FCA2D5107E1}"/>
                  </a:ext>
                </a:extLst>
              </p:cNvPr>
              <p:cNvSpPr txBox="1"/>
              <p:nvPr/>
            </p:nvSpPr>
            <p:spPr>
              <a:xfrm>
                <a:off x="5918385" y="3167429"/>
                <a:ext cx="54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1" name="Textfeld fold1">
                <a:extLst>
                  <a:ext uri="{FF2B5EF4-FFF2-40B4-BE49-F238E27FC236}">
                    <a16:creationId xmlns:a16="http://schemas.microsoft.com/office/drawing/2014/main" id="{177A68E7-B992-2332-C5BF-2FCA2D510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385" y="3167429"/>
                <a:ext cx="541623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2" name="Textfeld fold1">
                <a:extLst>
                  <a:ext uri="{FF2B5EF4-FFF2-40B4-BE49-F238E27FC236}">
                    <a16:creationId xmlns:a16="http://schemas.microsoft.com/office/drawing/2014/main" id="{FA1627FE-3EAC-142E-77B7-4987AC55FFDB}"/>
                  </a:ext>
                </a:extLst>
              </p:cNvPr>
              <p:cNvSpPr txBox="1"/>
              <p:nvPr/>
            </p:nvSpPr>
            <p:spPr>
              <a:xfrm>
                <a:off x="5897104" y="3420299"/>
                <a:ext cx="618503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2" name="Textfeld fold1">
                <a:extLst>
                  <a:ext uri="{FF2B5EF4-FFF2-40B4-BE49-F238E27FC236}">
                    <a16:creationId xmlns:a16="http://schemas.microsoft.com/office/drawing/2014/main" id="{FA1627FE-3EAC-142E-77B7-4987AC55F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104" y="3420299"/>
                <a:ext cx="618503" cy="4135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3" name="Textfeld fold1">
                <a:extLst>
                  <a:ext uri="{FF2B5EF4-FFF2-40B4-BE49-F238E27FC236}">
                    <a16:creationId xmlns:a16="http://schemas.microsoft.com/office/drawing/2014/main" id="{786B1010-3C10-18C5-7C23-606F3FCD6095}"/>
                  </a:ext>
                </a:extLst>
              </p:cNvPr>
              <p:cNvSpPr txBox="1"/>
              <p:nvPr/>
            </p:nvSpPr>
            <p:spPr>
              <a:xfrm>
                <a:off x="5900398" y="3724188"/>
                <a:ext cx="632930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3" name="Textfeld fold1">
                <a:extLst>
                  <a:ext uri="{FF2B5EF4-FFF2-40B4-BE49-F238E27FC236}">
                    <a16:creationId xmlns:a16="http://schemas.microsoft.com/office/drawing/2014/main" id="{786B1010-3C10-18C5-7C23-606F3FCD6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398" y="3724188"/>
                <a:ext cx="632930" cy="4135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4" name="Textfeld fold1">
                <a:extLst>
                  <a:ext uri="{FF2B5EF4-FFF2-40B4-BE49-F238E27FC236}">
                    <a16:creationId xmlns:a16="http://schemas.microsoft.com/office/drawing/2014/main" id="{A7E13C8B-20CE-7C79-2279-75A89EC78F52}"/>
                  </a:ext>
                </a:extLst>
              </p:cNvPr>
              <p:cNvSpPr txBox="1"/>
              <p:nvPr/>
            </p:nvSpPr>
            <p:spPr>
              <a:xfrm>
                <a:off x="5907522" y="4035818"/>
                <a:ext cx="604075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44" name="Textfeld fold1">
                <a:extLst>
                  <a:ext uri="{FF2B5EF4-FFF2-40B4-BE49-F238E27FC236}">
                    <a16:creationId xmlns:a16="http://schemas.microsoft.com/office/drawing/2014/main" id="{A7E13C8B-20CE-7C79-2279-75A89EC78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522" y="4035818"/>
                <a:ext cx="604075" cy="41351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1" name="Textfeld fold1">
                <a:extLst>
                  <a:ext uri="{FF2B5EF4-FFF2-40B4-BE49-F238E27FC236}">
                    <a16:creationId xmlns:a16="http://schemas.microsoft.com/office/drawing/2014/main" id="{D3CB9B88-BB6B-732F-FE8F-1F8893568F02}"/>
                  </a:ext>
                </a:extLst>
              </p:cNvPr>
              <p:cNvSpPr txBox="1"/>
              <p:nvPr/>
            </p:nvSpPr>
            <p:spPr>
              <a:xfrm>
                <a:off x="4346197" y="3522845"/>
                <a:ext cx="12318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de-DE" sz="3200" b="1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451" name="Textfeld fold1">
                <a:extLst>
                  <a:ext uri="{FF2B5EF4-FFF2-40B4-BE49-F238E27FC236}">
                    <a16:creationId xmlns:a16="http://schemas.microsoft.com/office/drawing/2014/main" id="{D3CB9B88-BB6B-732F-FE8F-1F8893568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197" y="3522845"/>
                <a:ext cx="1231812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4" name="Data entry 3">
            <a:extLst>
              <a:ext uri="{FF2B5EF4-FFF2-40B4-BE49-F238E27FC236}">
                <a16:creationId xmlns:a16="http://schemas.microsoft.com/office/drawing/2014/main" id="{84344135-CA79-5394-1769-42913A045B22}"/>
              </a:ext>
            </a:extLst>
          </p:cNvPr>
          <p:cNvSpPr>
            <a:spLocks noChangeAspect="1"/>
          </p:cNvSpPr>
          <p:nvPr/>
        </p:nvSpPr>
        <p:spPr>
          <a:xfrm>
            <a:off x="7028452" y="4108730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67" name="Data entry 2">
            <a:extLst>
              <a:ext uri="{FF2B5EF4-FFF2-40B4-BE49-F238E27FC236}">
                <a16:creationId xmlns:a16="http://schemas.microsoft.com/office/drawing/2014/main" id="{091D7865-9D98-69E1-B1A7-A8B74FEB70F4}"/>
              </a:ext>
            </a:extLst>
          </p:cNvPr>
          <p:cNvSpPr>
            <a:spLocks noChangeAspect="1"/>
          </p:cNvSpPr>
          <p:nvPr/>
        </p:nvSpPr>
        <p:spPr>
          <a:xfrm>
            <a:off x="7028452" y="3778448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80" name="Data entry 1">
            <a:extLst>
              <a:ext uri="{FF2B5EF4-FFF2-40B4-BE49-F238E27FC236}">
                <a16:creationId xmlns:a16="http://schemas.microsoft.com/office/drawing/2014/main" id="{A74BBD95-6D21-69E5-E6DA-DEB80C8BC59D}"/>
              </a:ext>
            </a:extLst>
          </p:cNvPr>
          <p:cNvSpPr>
            <a:spLocks noChangeAspect="1"/>
          </p:cNvSpPr>
          <p:nvPr/>
        </p:nvSpPr>
        <p:spPr>
          <a:xfrm>
            <a:off x="7028452" y="3470172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492" name="!!model">
            <a:extLst>
              <a:ext uri="{FF2B5EF4-FFF2-40B4-BE49-F238E27FC236}">
                <a16:creationId xmlns:a16="http://schemas.microsoft.com/office/drawing/2014/main" id="{93DF20F1-A1E1-720E-092E-8718D5A0D89F}"/>
              </a:ext>
            </a:extLst>
          </p:cNvPr>
          <p:cNvSpPr/>
          <p:nvPr/>
        </p:nvSpPr>
        <p:spPr>
          <a:xfrm>
            <a:off x="4374526" y="5068591"/>
            <a:ext cx="3472473" cy="1492216"/>
          </a:xfrm>
          <a:prstGeom prst="roundRect">
            <a:avLst>
              <a:gd name="adj" fmla="val 6667"/>
            </a:avLst>
          </a:prstGeom>
          <a:solidFill>
            <a:srgbClr val="2C4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3" name="!!model">
            <a:extLst>
              <a:ext uri="{FF2B5EF4-FFF2-40B4-BE49-F238E27FC236}">
                <a16:creationId xmlns:a16="http://schemas.microsoft.com/office/drawing/2014/main" id="{0FC668D2-8C96-FE0A-1C5C-629947A7F1B3}"/>
              </a:ext>
            </a:extLst>
          </p:cNvPr>
          <p:cNvSpPr/>
          <p:nvPr/>
        </p:nvSpPr>
        <p:spPr>
          <a:xfrm>
            <a:off x="5591416" y="5140697"/>
            <a:ext cx="2142228" cy="1343717"/>
          </a:xfrm>
          <a:prstGeom prst="roundRect">
            <a:avLst>
              <a:gd name="adj" fmla="val 66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8" name="BG-Block">
            <a:extLst>
              <a:ext uri="{FF2B5EF4-FFF2-40B4-BE49-F238E27FC236}">
                <a16:creationId xmlns:a16="http://schemas.microsoft.com/office/drawing/2014/main" id="{50C07CED-1AEB-E2BC-8460-0DAE634D8210}"/>
              </a:ext>
            </a:extLst>
          </p:cNvPr>
          <p:cNvSpPr/>
          <p:nvPr/>
        </p:nvSpPr>
        <p:spPr>
          <a:xfrm rot="5400000">
            <a:off x="6050021" y="4869376"/>
            <a:ext cx="1240794" cy="1885418"/>
          </a:xfrm>
          <a:prstGeom prst="roundRect">
            <a:avLst>
              <a:gd name="adj" fmla="val 10987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dirty="0">
              <a:ln w="0">
                <a:noFill/>
              </a:ln>
              <a:solidFill>
                <a:srgbClr val="2C406E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" name="Textfeld fold1">
                <a:extLst>
                  <a:ext uri="{FF2B5EF4-FFF2-40B4-BE49-F238E27FC236}">
                    <a16:creationId xmlns:a16="http://schemas.microsoft.com/office/drawing/2014/main" id="{4CF20136-84C5-1848-6F30-B56DEB67E1C9}"/>
                  </a:ext>
                </a:extLst>
              </p:cNvPr>
              <p:cNvSpPr txBox="1"/>
              <p:nvPr/>
            </p:nvSpPr>
            <p:spPr>
              <a:xfrm>
                <a:off x="6870185" y="5167041"/>
                <a:ext cx="6538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1" name="Textfeld fold1">
                <a:extLst>
                  <a:ext uri="{FF2B5EF4-FFF2-40B4-BE49-F238E27FC236}">
                    <a16:creationId xmlns:a16="http://schemas.microsoft.com/office/drawing/2014/main" id="{4CF20136-84C5-1848-6F30-B56DEB67E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185" y="5167041"/>
                <a:ext cx="653833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" name="Textfeld fold1">
                <a:extLst>
                  <a:ext uri="{FF2B5EF4-FFF2-40B4-BE49-F238E27FC236}">
                    <a16:creationId xmlns:a16="http://schemas.microsoft.com/office/drawing/2014/main" id="{4F1CBD1A-BCD7-D563-FB91-D66C8312871B}"/>
                  </a:ext>
                </a:extLst>
              </p:cNvPr>
              <p:cNvSpPr txBox="1"/>
              <p:nvPr/>
            </p:nvSpPr>
            <p:spPr>
              <a:xfrm>
                <a:off x="5919378" y="5191688"/>
                <a:ext cx="54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de-DE" sz="2000" b="1" dirty="0">
                  <a:solidFill>
                    <a:schemeClr val="tx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2" name="Textfeld fold1">
                <a:extLst>
                  <a:ext uri="{FF2B5EF4-FFF2-40B4-BE49-F238E27FC236}">
                    <a16:creationId xmlns:a16="http://schemas.microsoft.com/office/drawing/2014/main" id="{4F1CBD1A-BCD7-D563-FB91-D66C83128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378" y="5191688"/>
                <a:ext cx="541623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3" name="Textfeld fold1">
                <a:extLst>
                  <a:ext uri="{FF2B5EF4-FFF2-40B4-BE49-F238E27FC236}">
                    <a16:creationId xmlns:a16="http://schemas.microsoft.com/office/drawing/2014/main" id="{B32BA1B4-1473-0A5F-9409-152EE34CC72E}"/>
                  </a:ext>
                </a:extLst>
              </p:cNvPr>
              <p:cNvSpPr txBox="1"/>
              <p:nvPr/>
            </p:nvSpPr>
            <p:spPr>
              <a:xfrm>
                <a:off x="5897104" y="5442354"/>
                <a:ext cx="618503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3" name="Textfeld fold1">
                <a:extLst>
                  <a:ext uri="{FF2B5EF4-FFF2-40B4-BE49-F238E27FC236}">
                    <a16:creationId xmlns:a16="http://schemas.microsoft.com/office/drawing/2014/main" id="{B32BA1B4-1473-0A5F-9409-152EE34CC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104" y="5442354"/>
                <a:ext cx="618503" cy="41351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4" name="Textfeld fold1">
                <a:extLst>
                  <a:ext uri="{FF2B5EF4-FFF2-40B4-BE49-F238E27FC236}">
                    <a16:creationId xmlns:a16="http://schemas.microsoft.com/office/drawing/2014/main" id="{6F6C6620-54CD-6416-05E7-9CEF2C0DE28B}"/>
                  </a:ext>
                </a:extLst>
              </p:cNvPr>
              <p:cNvSpPr txBox="1"/>
              <p:nvPr/>
            </p:nvSpPr>
            <p:spPr>
              <a:xfrm>
                <a:off x="5900398" y="5746243"/>
                <a:ext cx="632930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4" name="Textfeld fold1">
                <a:extLst>
                  <a:ext uri="{FF2B5EF4-FFF2-40B4-BE49-F238E27FC236}">
                    <a16:creationId xmlns:a16="http://schemas.microsoft.com/office/drawing/2014/main" id="{6F6C6620-54CD-6416-05E7-9CEF2C0DE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398" y="5746243"/>
                <a:ext cx="632930" cy="41351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5" name="Textfeld fold1">
                <a:extLst>
                  <a:ext uri="{FF2B5EF4-FFF2-40B4-BE49-F238E27FC236}">
                    <a16:creationId xmlns:a16="http://schemas.microsoft.com/office/drawing/2014/main" id="{D094A6AB-E3E4-F0EC-E041-08E39B479F00}"/>
                  </a:ext>
                </a:extLst>
              </p:cNvPr>
              <p:cNvSpPr txBox="1"/>
              <p:nvPr/>
            </p:nvSpPr>
            <p:spPr>
              <a:xfrm>
                <a:off x="5907522" y="6057873"/>
                <a:ext cx="604075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de-DE" sz="2000" b="1" dirty="0">
                  <a:solidFill>
                    <a:srgbClr val="00B050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05" name="Textfeld fold1">
                <a:extLst>
                  <a:ext uri="{FF2B5EF4-FFF2-40B4-BE49-F238E27FC236}">
                    <a16:creationId xmlns:a16="http://schemas.microsoft.com/office/drawing/2014/main" id="{D094A6AB-E3E4-F0EC-E041-08E39B479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522" y="6057873"/>
                <a:ext cx="604075" cy="41351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" name="Textfeld fold1">
                <a:extLst>
                  <a:ext uri="{FF2B5EF4-FFF2-40B4-BE49-F238E27FC236}">
                    <a16:creationId xmlns:a16="http://schemas.microsoft.com/office/drawing/2014/main" id="{0826D6E2-496B-1A9A-7821-07D1ABE8B53F}"/>
                  </a:ext>
                </a:extLst>
              </p:cNvPr>
              <p:cNvSpPr txBox="1"/>
              <p:nvPr/>
            </p:nvSpPr>
            <p:spPr>
              <a:xfrm>
                <a:off x="4346197" y="5544900"/>
                <a:ext cx="124303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de-DE" sz="3200" b="1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mc:Choice>
        <mc:Fallback xmlns="">
          <p:sp>
            <p:nvSpPr>
              <p:cNvPr id="512" name="Textfeld fold1">
                <a:extLst>
                  <a:ext uri="{FF2B5EF4-FFF2-40B4-BE49-F238E27FC236}">
                    <a16:creationId xmlns:a16="http://schemas.microsoft.com/office/drawing/2014/main" id="{0826D6E2-496B-1A9A-7821-07D1ABE8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197" y="5544900"/>
                <a:ext cx="1243033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5" name="Data entry 3">
            <a:extLst>
              <a:ext uri="{FF2B5EF4-FFF2-40B4-BE49-F238E27FC236}">
                <a16:creationId xmlns:a16="http://schemas.microsoft.com/office/drawing/2014/main" id="{57BA71BC-B649-9DF6-ADDF-097833CFAE62}"/>
              </a:ext>
            </a:extLst>
          </p:cNvPr>
          <p:cNvSpPr>
            <a:spLocks noChangeAspect="1"/>
          </p:cNvSpPr>
          <p:nvPr/>
        </p:nvSpPr>
        <p:spPr>
          <a:xfrm>
            <a:off x="7028452" y="6130785"/>
            <a:ext cx="274237" cy="259779"/>
          </a:xfrm>
          <a:prstGeom prst="roundRect">
            <a:avLst>
              <a:gd name="adj" fmla="val 16516"/>
            </a:avLst>
          </a:prstGeom>
          <a:solidFill>
            <a:schemeClr val="accent2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28" name="Data entry 2">
            <a:extLst>
              <a:ext uri="{FF2B5EF4-FFF2-40B4-BE49-F238E27FC236}">
                <a16:creationId xmlns:a16="http://schemas.microsoft.com/office/drawing/2014/main" id="{CED28320-C690-E0A2-B4E2-B927289886A0}"/>
              </a:ext>
            </a:extLst>
          </p:cNvPr>
          <p:cNvSpPr>
            <a:spLocks noChangeAspect="1"/>
          </p:cNvSpPr>
          <p:nvPr/>
        </p:nvSpPr>
        <p:spPr>
          <a:xfrm>
            <a:off x="7028452" y="5800503"/>
            <a:ext cx="274237" cy="259779"/>
          </a:xfrm>
          <a:prstGeom prst="roundRect">
            <a:avLst>
              <a:gd name="adj" fmla="val 17576"/>
            </a:avLst>
          </a:prstGeom>
          <a:solidFill>
            <a:schemeClr val="accent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541" name="Data entry 1">
            <a:extLst>
              <a:ext uri="{FF2B5EF4-FFF2-40B4-BE49-F238E27FC236}">
                <a16:creationId xmlns:a16="http://schemas.microsoft.com/office/drawing/2014/main" id="{70415326-B50E-A26D-ABE8-D5F9027638C4}"/>
              </a:ext>
            </a:extLst>
          </p:cNvPr>
          <p:cNvSpPr>
            <a:spLocks noChangeAspect="1"/>
          </p:cNvSpPr>
          <p:nvPr/>
        </p:nvSpPr>
        <p:spPr>
          <a:xfrm>
            <a:off x="7028452" y="5492227"/>
            <a:ext cx="274237" cy="259779"/>
          </a:xfrm>
          <a:prstGeom prst="roundRect">
            <a:avLst>
              <a:gd name="adj" fmla="val 18636"/>
            </a:avLst>
          </a:prstGeom>
          <a:solidFill>
            <a:schemeClr val="accent6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ln w="0">
                <a:noFill/>
              </a:ln>
              <a:solidFill>
                <a:srgbClr val="7692C0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grpSp>
        <p:nvGrpSpPr>
          <p:cNvPr id="556" name="Gruppieren 555">
            <a:extLst>
              <a:ext uri="{FF2B5EF4-FFF2-40B4-BE49-F238E27FC236}">
                <a16:creationId xmlns:a16="http://schemas.microsoft.com/office/drawing/2014/main" id="{8462C4B6-3BF1-1563-44AA-33898A775A76}"/>
              </a:ext>
            </a:extLst>
          </p:cNvPr>
          <p:cNvGrpSpPr/>
          <p:nvPr/>
        </p:nvGrpSpPr>
        <p:grpSpPr>
          <a:xfrm rot="5400000">
            <a:off x="7004544" y="4774928"/>
            <a:ext cx="376307" cy="84753"/>
            <a:chOff x="6136078" y="5466764"/>
            <a:chExt cx="376307" cy="84753"/>
          </a:xfrm>
        </p:grpSpPr>
        <p:sp>
          <p:nvSpPr>
            <p:cNvPr id="553" name="Oval 552">
              <a:extLst>
                <a:ext uri="{FF2B5EF4-FFF2-40B4-BE49-F238E27FC236}">
                  <a16:creationId xmlns:a16="http://schemas.microsoft.com/office/drawing/2014/main" id="{B9783CE8-5F24-042D-6D09-543E39FDBC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36078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4" name="Oval 553">
              <a:extLst>
                <a:ext uri="{FF2B5EF4-FFF2-40B4-BE49-F238E27FC236}">
                  <a16:creationId xmlns:a16="http://schemas.microsoft.com/office/drawing/2014/main" id="{26CA59E7-F5D9-C8AD-D4B4-BFF7C0EFB8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83131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5" name="Oval 554">
              <a:extLst>
                <a:ext uri="{FF2B5EF4-FFF2-40B4-BE49-F238E27FC236}">
                  <a16:creationId xmlns:a16="http://schemas.microsoft.com/office/drawing/2014/main" id="{896EF95A-5D1D-DB29-845A-B7625C6802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0184" y="5466764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69" name="Causal model">
            <a:extLst>
              <a:ext uri="{FF2B5EF4-FFF2-40B4-BE49-F238E27FC236}">
                <a16:creationId xmlns:a16="http://schemas.microsoft.com/office/drawing/2014/main" id="{E13D78DA-D256-D3D4-59F7-31531DA8B12D}"/>
              </a:ext>
            </a:extLst>
          </p:cNvPr>
          <p:cNvSpPr/>
          <p:nvPr/>
        </p:nvSpPr>
        <p:spPr>
          <a:xfrm>
            <a:off x="495962" y="369657"/>
            <a:ext cx="4275068" cy="769441"/>
          </a:xfrm>
          <a:prstGeom prst="roundRect">
            <a:avLst>
              <a:gd name="adj" fmla="val 16667"/>
            </a:avLst>
          </a:prstGeom>
          <a:solidFill>
            <a:srgbClr val="2C406E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4000" b="1" dirty="0">
                <a:ln w="0">
                  <a:noFill/>
                </a:ln>
                <a:solidFill>
                  <a:schemeClr val="bg1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Time Series</a:t>
            </a:r>
          </a:p>
        </p:txBody>
      </p:sp>
      <p:sp>
        <p:nvSpPr>
          <p:cNvPr id="570" name="Textfeld 569">
            <a:extLst>
              <a:ext uri="{FF2B5EF4-FFF2-40B4-BE49-F238E27FC236}">
                <a16:creationId xmlns:a16="http://schemas.microsoft.com/office/drawing/2014/main" id="{3650EF9F-1134-348A-053A-2D29795C798B}"/>
              </a:ext>
            </a:extLst>
          </p:cNvPr>
          <p:cNvSpPr txBox="1"/>
          <p:nvPr/>
        </p:nvSpPr>
        <p:spPr>
          <a:xfrm>
            <a:off x="5034891" y="297193"/>
            <a:ext cx="6577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Example</a:t>
            </a:r>
            <a:r>
              <a:rPr lang="de-DE" sz="32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: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Observe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sales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in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one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market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over</a:t>
            </a:r>
            <a:r>
              <a:rPr lang="de-DE" sz="3200" dirty="0">
                <a:solidFill>
                  <a:srgbClr val="2C406E"/>
                </a:solidFill>
                <a:latin typeface="Daytona Condensed" panose="020B0506030503040204" pitchFamily="34" charset="0"/>
              </a:rPr>
              <a:t> multiple </a:t>
            </a:r>
            <a:r>
              <a:rPr lang="de-DE" sz="3200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periods</a:t>
            </a:r>
            <a:endParaRPr lang="de-DE" sz="3200" dirty="0">
              <a:solidFill>
                <a:srgbClr val="2C406E"/>
              </a:solidFill>
              <a:latin typeface="Daytona Condensed" panose="020B050603050304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522BED14-65BC-2CF5-7396-04B388A21B6D}"/>
              </a:ext>
            </a:extLst>
          </p:cNvPr>
          <p:cNvGrpSpPr/>
          <p:nvPr/>
        </p:nvGrpSpPr>
        <p:grpSpPr>
          <a:xfrm rot="5400000">
            <a:off x="4730376" y="4774927"/>
            <a:ext cx="376307" cy="84753"/>
            <a:chOff x="6136078" y="5466764"/>
            <a:chExt cx="376307" cy="8475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9FD6096-2EE3-AD7C-B33D-9C4E8DF0D5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36078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0311D4B-EFEE-BA91-8E43-BAA34C88F4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83131" y="5469316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6D11672-2362-7803-3B1B-4056423786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0184" y="5466764"/>
              <a:ext cx="82201" cy="8220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9341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Microsoft Office PowerPoint</Application>
  <PresentationFormat>Breitbild</PresentationFormat>
  <Paragraphs>113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Daytona Condensed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Philipp Bach</dc:creator>
  <cp:lastModifiedBy>Philipp Bach</cp:lastModifiedBy>
  <cp:revision>22</cp:revision>
  <dcterms:created xsi:type="dcterms:W3CDTF">2023-09-28T13:08:57Z</dcterms:created>
  <dcterms:modified xsi:type="dcterms:W3CDTF">2023-10-04T11:54:52Z</dcterms:modified>
</cp:coreProperties>
</file>