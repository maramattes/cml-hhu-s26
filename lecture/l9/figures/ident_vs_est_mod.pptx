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8DE13F-454B-A386-01FC-DE6F90A9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D22791D-8DC3-D7DD-63E7-6DDAC1D4C9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6D3474-792E-2BBE-4EE8-841F25BD1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98EE-4C83-4CF9-82ED-5C0F5D9F7C13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E1D8E9-85C3-D9AE-B0DB-A76C37279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C05EBD-0A00-BBE5-1F8A-E8A750A43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12C5-8A89-4963-8789-BC5D44213B6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337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4B6E4F-63EB-7C42-4994-2E05BE26E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5193EF-33FB-E6D5-5DD8-FAF3EA103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2BDB0C-0A0C-4F98-E97C-BD87C1886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98EE-4C83-4CF9-82ED-5C0F5D9F7C13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176F85-EC6B-39FF-2B23-16B04990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A6FAAE-B1E7-71DE-827E-B5CDA041A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12C5-8A89-4963-8789-BC5D44213B6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7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8D3611-1CB9-70E1-EA28-6EA29092F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D7F108-8C36-FCA3-284F-FA098C1DB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E7AADE-A89B-C4F7-D7AA-286A74F72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98EE-4C83-4CF9-82ED-5C0F5D9F7C13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13BB4A-1BD7-EEAE-D903-1E8BBCF9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8DB500-CAD4-B121-F595-29FB938B7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12C5-8A89-4963-8789-BC5D44213B6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416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A3FBB1-88E2-09F9-36E8-D6425F4D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E270E3-0433-1C64-0592-50DC0AB97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B6FE02-5D7B-AFC3-D557-72026EE8A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24424C7-5377-67DD-7C01-846C7B1F3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98EE-4C83-4CF9-82ED-5C0F5D9F7C13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0BA636-0778-EBE4-EE55-907C2AAF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C8F3D5E-4E1A-73B5-2440-37BC9C392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12C5-8A89-4963-8789-BC5D44213B6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5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5E30D7-AF29-9092-17B0-CFC628ED1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3A1B94-36E2-6A4C-7325-28FEA6097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0226FF4-9C64-B9B4-B8B6-8715C6942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713FAB-F46A-5643-1F26-73555D130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1B4AFD0-D76D-5C77-68ED-F8A5007E99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42A3FA7-4E42-6FFF-67AA-2D63692A4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98EE-4C83-4CF9-82ED-5C0F5D9F7C13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45F7607-FDD3-6F3E-074C-21B2641B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63053F7-3011-C0B9-6F8E-23FEB387B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12C5-8A89-4963-8789-BC5D44213B6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99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552887-01AF-4C46-266C-F689B6970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DD99608-6C0F-841F-9E83-F76A2B0B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98EE-4C83-4CF9-82ED-5C0F5D9F7C13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0EA1E9-7959-649D-7B53-5A5EE571F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34B9F10-10DA-6D50-833E-0282282D9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12C5-8A89-4963-8789-BC5D44213B6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57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CCFB234-23EC-A658-FB3D-082B2C290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98EE-4C83-4CF9-82ED-5C0F5D9F7C13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0E61D4D-7C6E-9F16-1973-94B9CC3ED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A12C9D5-5837-B7EB-8EB4-1676086C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12C5-8A89-4963-8789-BC5D44213B6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686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2CB4C-5437-52FC-50A6-6260131D5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A9CE71-06B1-9D41-5272-23565C948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137825-FD7E-71C1-6FF5-2863543C7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F1D092D-81DF-03B4-673E-870B073C2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98EE-4C83-4CF9-82ED-5C0F5D9F7C13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C97637-7BA1-EE19-2948-3BE76AA1B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D49BA8E-5B1E-2B78-91CA-66BDCE8BD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12C5-8A89-4963-8789-BC5D44213B6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70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02C44D-3591-0EE8-F98D-030F9080F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75CA6E-68C0-09E8-6967-AE55CBF296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0B5EE91-F8DE-9D0A-33B5-FF12B639F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28A72B-14BA-151D-95C9-FD4623B62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98EE-4C83-4CF9-82ED-5C0F5D9F7C13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9DAE60C-A933-0E56-D9F7-006AEBE5C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78D8E6-9F24-5D20-644C-CB21721DB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12C5-8A89-4963-8789-BC5D44213B6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18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D00EE5-4D27-3F79-014E-4BA3C10B7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F1D5F35-80D0-50CB-8860-371DA4D90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A1B32-9B32-348A-7B64-E68A7F442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98EE-4C83-4CF9-82ED-5C0F5D9F7C13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3DE986-57E3-D90F-2DF8-8FF9F6B30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2E0CC5-A832-0F29-9251-277576534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12C5-8A89-4963-8789-BC5D44213B6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45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0E3BDF1-F3DF-62FC-CA7A-BA7DDF2501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BA31DE-38B9-B0F0-E625-AA36CB47A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464401-539A-9E87-D4D0-1990A7A1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98EE-4C83-4CF9-82ED-5C0F5D9F7C13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51EB12-EABB-680E-E026-5FB5AC51D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8391A2-1CD3-1660-7246-2A94082F7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E12C5-8A89-4963-8789-BC5D44213B6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49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FEE5333-58F7-752F-91AC-4DC5E73AB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2FC7A8-67AF-1C81-BC76-791CA7638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52CED6-D2BB-BAB3-AD43-CE5D177FB7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F98EE-4C83-4CF9-82ED-5C0F5D9F7C13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5F7497-3E14-6DB1-B931-5126BEF40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2B499D-8125-0AC5-42B5-9A5D9BC07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E12C5-8A89-4963-8789-BC5D44213B6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7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Text, Schrift, Screenshot enthält.&#10;&#10;Automatisch generierte Beschreibung">
            <a:extLst>
              <a:ext uri="{FF2B5EF4-FFF2-40B4-BE49-F238E27FC236}">
                <a16:creationId xmlns:a16="http://schemas.microsoft.com/office/drawing/2014/main" id="{4CA63167-663D-E0BE-F130-EDBDCC94B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rafik 4" descr="Ein Bild, das Kreativität, Säugetier enthält.&#10;&#10;Automatisch generierte Beschreibung mit mittlerer Zuverlässigkeit">
            <a:extLst>
              <a:ext uri="{FF2B5EF4-FFF2-40B4-BE49-F238E27FC236}">
                <a16:creationId xmlns:a16="http://schemas.microsoft.com/office/drawing/2014/main" id="{447CBCB1-5B7C-9999-BF01-6B126FB8A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7025" y="1743075"/>
            <a:ext cx="1219200" cy="1219200"/>
          </a:xfrm>
          <a:prstGeom prst="rect">
            <a:avLst/>
          </a:prstGeom>
        </p:spPr>
      </p:pic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83EE83A5-9959-CE74-B114-04E979E9C705}"/>
              </a:ext>
            </a:extLst>
          </p:cNvPr>
          <p:cNvSpPr/>
          <p:nvPr/>
        </p:nvSpPr>
        <p:spPr>
          <a:xfrm>
            <a:off x="5153025" y="1474237"/>
            <a:ext cx="6886575" cy="2973938"/>
          </a:xfrm>
          <a:prstGeom prst="roundRect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37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Philipp Bach</dc:creator>
  <cp:lastModifiedBy>Philipp Bach</cp:lastModifiedBy>
  <cp:revision>1</cp:revision>
  <dcterms:created xsi:type="dcterms:W3CDTF">2023-11-09T16:02:49Z</dcterms:created>
  <dcterms:modified xsi:type="dcterms:W3CDTF">2023-11-09T16:06:07Z</dcterms:modified>
</cp:coreProperties>
</file>